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3596749"/>
            <a:ext cx="20088393" cy="713067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266733" y="10770614"/>
            <a:ext cx="1633855" cy="0"/>
          </a:xfrm>
          <a:custGeom>
            <a:avLst/>
            <a:gdLst/>
            <a:ahLst/>
            <a:cxnLst/>
            <a:rect l="l" t="t" r="r" b="b"/>
            <a:pathLst>
              <a:path w="1633854" h="0">
                <a:moveTo>
                  <a:pt x="0" y="0"/>
                </a:moveTo>
                <a:lnTo>
                  <a:pt x="1633458" y="0"/>
                </a:lnTo>
              </a:path>
            </a:pathLst>
          </a:custGeom>
          <a:ln w="23559">
            <a:solidFill>
              <a:srgbClr val="0008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89498" y="2045749"/>
            <a:ext cx="942975" cy="0"/>
          </a:xfrm>
          <a:custGeom>
            <a:avLst/>
            <a:gdLst/>
            <a:ahLst/>
            <a:cxnLst/>
            <a:rect l="l" t="t" r="r" b="b"/>
            <a:pathLst>
              <a:path w="942975" h="0">
                <a:moveTo>
                  <a:pt x="0" y="0"/>
                </a:moveTo>
                <a:lnTo>
                  <a:pt x="942379" y="0"/>
                </a:lnTo>
              </a:path>
            </a:pathLst>
          </a:custGeom>
          <a:ln w="54972">
            <a:solidFill>
              <a:srgbClr val="000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5706" y="1162268"/>
            <a:ext cx="20080605" cy="793750"/>
          </a:xfrm>
          <a:custGeom>
            <a:avLst/>
            <a:gdLst/>
            <a:ahLst/>
            <a:cxnLst/>
            <a:rect l="l" t="t" r="r" b="b"/>
            <a:pathLst>
              <a:path w="20080605" h="793750">
                <a:moveTo>
                  <a:pt x="20080541" y="793169"/>
                </a:moveTo>
                <a:lnTo>
                  <a:pt x="0" y="79316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93169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1109" y="904811"/>
            <a:ext cx="10156190" cy="1007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706" y="1209387"/>
            <a:ext cx="20080605" cy="746125"/>
          </a:xfrm>
          <a:custGeom>
            <a:avLst/>
            <a:gdLst/>
            <a:ahLst/>
            <a:cxnLst/>
            <a:rect l="l" t="t" r="r" b="b"/>
            <a:pathLst>
              <a:path w="20080605" h="746125">
                <a:moveTo>
                  <a:pt x="20080541" y="746050"/>
                </a:moveTo>
                <a:lnTo>
                  <a:pt x="0" y="74605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46050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3816637"/>
            <a:ext cx="20088393" cy="125650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471189"/>
            <a:ext cx="20088393" cy="149210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8952607" y="10778467"/>
            <a:ext cx="2261870" cy="0"/>
          </a:xfrm>
          <a:custGeom>
            <a:avLst/>
            <a:gdLst/>
            <a:ahLst/>
            <a:cxnLst/>
            <a:rect l="l" t="t" r="r" b="b"/>
            <a:pathLst>
              <a:path w="2261870" h="0">
                <a:moveTo>
                  <a:pt x="0" y="0"/>
                </a:moveTo>
                <a:lnTo>
                  <a:pt x="2261711" y="0"/>
                </a:lnTo>
              </a:path>
            </a:pathLst>
          </a:custGeom>
          <a:ln w="23559">
            <a:solidFill>
              <a:srgbClr val="0008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5706" y="8826956"/>
            <a:ext cx="20080605" cy="1531620"/>
          </a:xfrm>
          <a:custGeom>
            <a:avLst/>
            <a:gdLst/>
            <a:ahLst/>
            <a:cxnLst/>
            <a:rect l="l" t="t" r="r" b="b"/>
            <a:pathLst>
              <a:path w="20080605" h="1531620">
                <a:moveTo>
                  <a:pt x="20080541" y="1531367"/>
                </a:moveTo>
                <a:lnTo>
                  <a:pt x="0" y="153136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531367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6742" y="921171"/>
            <a:ext cx="13666469" cy="987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6807" y="4097122"/>
            <a:ext cx="8627745" cy="2564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jpg"/><Relationship Id="rId5" Type="http://schemas.openxmlformats.org/officeDocument/2006/relationships/image" Target="../media/image2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2226" y="8787424"/>
            <a:ext cx="2245360" cy="594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700" spc="175">
                <a:solidFill>
                  <a:srgbClr val="FFFFFF"/>
                </a:solidFill>
                <a:latin typeface="Calibri"/>
                <a:cs typeface="Calibri"/>
              </a:rPr>
              <a:t>Zahid</a:t>
            </a:r>
            <a:r>
              <a:rPr dirty="0" sz="3700" spc="-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700" spc="235">
                <a:solidFill>
                  <a:srgbClr val="FFFFFF"/>
                </a:solidFill>
                <a:latin typeface="Calibri"/>
                <a:cs typeface="Calibri"/>
              </a:rPr>
              <a:t>Raja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21164" y="9399316"/>
            <a:ext cx="2313940" cy="87376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300" spc="-10">
                <a:solidFill>
                  <a:srgbClr val="B1B1B1"/>
                </a:solidFill>
                <a:latin typeface="Calibri"/>
                <a:cs typeface="Calibri"/>
              </a:rPr>
              <a:t>ERP</a:t>
            </a:r>
            <a:r>
              <a:rPr dirty="0" sz="2300" spc="-105">
                <a:solidFill>
                  <a:srgbClr val="B1B1B1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AFAFAF"/>
                </a:solidFill>
                <a:latin typeface="Calibri"/>
                <a:cs typeface="Calibri"/>
              </a:rPr>
              <a:t>ID:</a:t>
            </a:r>
            <a:r>
              <a:rPr dirty="0" sz="2300" spc="-85">
                <a:solidFill>
                  <a:srgbClr val="AFAFAF"/>
                </a:solidFill>
                <a:latin typeface="Calibri"/>
                <a:cs typeface="Calibri"/>
              </a:rPr>
              <a:t> </a:t>
            </a:r>
            <a:r>
              <a:rPr dirty="0" sz="2300" spc="-50">
                <a:solidFill>
                  <a:srgbClr val="AAAAAA"/>
                </a:solidFill>
                <a:latin typeface="Calibri"/>
                <a:cs typeface="Calibri"/>
              </a:rPr>
              <a:t>ru-</a:t>
            </a:r>
            <a:r>
              <a:rPr dirty="0" sz="2300" spc="-55">
                <a:solidFill>
                  <a:srgbClr val="AAAAAA"/>
                </a:solidFill>
                <a:latin typeface="Calibri"/>
                <a:cs typeface="Calibri"/>
              </a:rPr>
              <a:t>25-</a:t>
            </a:r>
            <a:r>
              <a:rPr dirty="0" sz="2300" spc="-35">
                <a:solidFill>
                  <a:srgbClr val="AAAAAA"/>
                </a:solidFill>
                <a:latin typeface="Calibri"/>
                <a:cs typeface="Calibri"/>
              </a:rPr>
              <a:t>11656</a:t>
            </a:r>
            <a:endParaRPr sz="230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580"/>
              </a:spcBef>
            </a:pPr>
            <a:r>
              <a:rPr dirty="0" sz="2300" spc="-80">
                <a:solidFill>
                  <a:srgbClr val="B3B3B3"/>
                </a:solidFill>
                <a:latin typeface="Calibri"/>
                <a:cs typeface="Calibri"/>
              </a:rPr>
              <a:t>Section:</a:t>
            </a:r>
            <a:r>
              <a:rPr dirty="0" sz="2300" spc="10">
                <a:solidFill>
                  <a:srgbClr val="B3B3B3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9A9A9A"/>
                </a:solidFill>
                <a:latin typeface="Calibri"/>
                <a:cs typeface="Calibri"/>
              </a:rPr>
              <a:t>B(IBM)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05095" y="9397799"/>
            <a:ext cx="2966720" cy="89852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671955">
              <a:lnSpc>
                <a:spcPct val="100000"/>
              </a:lnSpc>
              <a:spcBef>
                <a:spcPts val="315"/>
              </a:spcBef>
            </a:pPr>
            <a:r>
              <a:rPr dirty="0" sz="2050" spc="60">
                <a:solidFill>
                  <a:srgbClr val="00244D"/>
                </a:solidFill>
                <a:latin typeface="Calibri"/>
                <a:cs typeface="Calibri"/>
              </a:rPr>
              <a:t>GUIDED</a:t>
            </a:r>
            <a:r>
              <a:rPr dirty="0" sz="2050" spc="105">
                <a:solidFill>
                  <a:srgbClr val="00244D"/>
                </a:solidFill>
                <a:latin typeface="Calibri"/>
                <a:cs typeface="Calibri"/>
              </a:rPr>
              <a:t> </a:t>
            </a:r>
            <a:r>
              <a:rPr dirty="0" sz="2050" spc="30">
                <a:solidFill>
                  <a:srgbClr val="002F38"/>
                </a:solidFill>
                <a:latin typeface="Calibri"/>
                <a:cs typeface="Calibri"/>
              </a:rPr>
              <a:t>BY</a:t>
            </a:r>
            <a:endParaRPr sz="2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3200" spc="120">
                <a:solidFill>
                  <a:srgbClr val="FFFFFF"/>
                </a:solidFill>
                <a:latin typeface="Calibri"/>
                <a:cs typeface="Calibri"/>
              </a:rPr>
              <a:t>Sontonu</a:t>
            </a:r>
            <a:r>
              <a:rPr dirty="0" sz="3200" spc="-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14">
                <a:solidFill>
                  <a:srgbClr val="FFFFFF"/>
                </a:solidFill>
                <a:latin typeface="Calibri"/>
                <a:cs typeface="Calibri"/>
              </a:rPr>
              <a:t>Soomol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29559" y="10770614"/>
            <a:ext cx="1570990" cy="0"/>
          </a:xfrm>
          <a:custGeom>
            <a:avLst/>
            <a:gdLst/>
            <a:ahLst/>
            <a:cxnLst/>
            <a:rect l="l" t="t" r="r" b="b"/>
            <a:pathLst>
              <a:path w="1570990" h="0">
                <a:moveTo>
                  <a:pt x="0" y="0"/>
                </a:moveTo>
                <a:lnTo>
                  <a:pt x="1570632" y="0"/>
                </a:lnTo>
              </a:path>
            </a:pathLst>
          </a:custGeom>
          <a:ln w="23559">
            <a:solidFill>
              <a:srgbClr val="0008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89498" y="2045749"/>
            <a:ext cx="942975" cy="0"/>
          </a:xfrm>
          <a:custGeom>
            <a:avLst/>
            <a:gdLst/>
            <a:ahLst/>
            <a:cxnLst/>
            <a:rect l="l" t="t" r="r" b="b"/>
            <a:pathLst>
              <a:path w="942975" h="0">
                <a:moveTo>
                  <a:pt x="0" y="0"/>
                </a:moveTo>
                <a:lnTo>
                  <a:pt x="942379" y="0"/>
                </a:lnTo>
              </a:path>
            </a:pathLst>
          </a:custGeom>
          <a:ln w="54972">
            <a:solidFill>
              <a:srgbClr val="000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706" y="1162268"/>
            <a:ext cx="20080605" cy="589280"/>
          </a:xfrm>
          <a:custGeom>
            <a:avLst/>
            <a:gdLst/>
            <a:ahLst/>
            <a:cxnLst/>
            <a:rect l="l" t="t" r="r" b="b"/>
            <a:pathLst>
              <a:path w="20080605" h="589280">
                <a:moveTo>
                  <a:pt x="20080541" y="588987"/>
                </a:moveTo>
                <a:lnTo>
                  <a:pt x="0" y="58898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88987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10"/>
              </a:spcBef>
            </a:pPr>
            <a:r>
              <a:rPr dirty="0" spc="-20"/>
              <a:t>Executive</a:t>
            </a:r>
            <a:r>
              <a:rPr dirty="0" spc="-370"/>
              <a:t> </a:t>
            </a:r>
            <a:r>
              <a:rPr dirty="0" spc="200"/>
              <a:t>Introduction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5706" y="4774723"/>
            <a:ext cx="20080605" cy="934719"/>
            <a:chOff x="15706" y="4774723"/>
            <a:chExt cx="20080605" cy="93471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75052" y="4798283"/>
              <a:ext cx="738197" cy="73819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02794" y="5026024"/>
              <a:ext cx="282713" cy="28271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5706" y="4774723"/>
              <a:ext cx="20080605" cy="934719"/>
            </a:xfrm>
            <a:custGeom>
              <a:avLst/>
              <a:gdLst/>
              <a:ahLst/>
              <a:cxnLst/>
              <a:rect l="l" t="t" r="r" b="b"/>
              <a:pathLst>
                <a:path w="20080605" h="934720">
                  <a:moveTo>
                    <a:pt x="20080541" y="934526"/>
                  </a:moveTo>
                  <a:lnTo>
                    <a:pt x="0" y="934526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934526"/>
                  </a:lnTo>
                  <a:close/>
                </a:path>
              </a:pathLst>
            </a:custGeom>
            <a:solidFill>
              <a:srgbClr val="0007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948447" y="4597107"/>
            <a:ext cx="7989570" cy="1125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955" marR="5080" indent="-8890">
              <a:lnSpc>
                <a:spcPct val="116399"/>
              </a:lnSpc>
              <a:spcBef>
                <a:spcPts val="100"/>
              </a:spcBef>
            </a:pPr>
            <a:r>
              <a:rPr dirty="0" sz="3100" spc="-285">
                <a:solidFill>
                  <a:srgbClr val="9E9E9E"/>
                </a:solidFill>
                <a:latin typeface="Arial MT"/>
                <a:cs typeface="Arial MT"/>
              </a:rPr>
              <a:t>Welcome</a:t>
            </a:r>
            <a:r>
              <a:rPr dirty="0" sz="3100" spc="5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3100" spc="-150">
                <a:solidFill>
                  <a:srgbClr val="ACACAC"/>
                </a:solidFill>
                <a:latin typeface="Arial MT"/>
                <a:cs typeface="Arial MT"/>
              </a:rPr>
              <a:t>to</a:t>
            </a:r>
            <a:r>
              <a:rPr dirty="0" sz="3100" spc="-24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3100" spc="-245">
                <a:solidFill>
                  <a:srgbClr val="A8A8A8"/>
                </a:solidFill>
                <a:latin typeface="Arial MT"/>
                <a:cs typeface="Arial MT"/>
              </a:rPr>
              <a:t>our</a:t>
            </a:r>
            <a:r>
              <a:rPr dirty="0" sz="3100" spc="-10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3100" spc="-190">
                <a:solidFill>
                  <a:srgbClr val="A5A5A5"/>
                </a:solidFill>
                <a:latin typeface="Arial MT"/>
                <a:cs typeface="Arial MT"/>
              </a:rPr>
              <a:t>Online</a:t>
            </a:r>
            <a:r>
              <a:rPr dirty="0" sz="3100" spc="-5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3100" spc="-254">
                <a:solidFill>
                  <a:srgbClr val="ACACAC"/>
                </a:solidFill>
                <a:latin typeface="Arial MT"/>
                <a:cs typeface="Arial MT"/>
              </a:rPr>
              <a:t>Quiz</a:t>
            </a:r>
            <a:r>
              <a:rPr dirty="0" sz="3100" spc="-4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3100" spc="-200">
                <a:solidFill>
                  <a:srgbClr val="B3B3B3"/>
                </a:solidFill>
                <a:latin typeface="Arial MT"/>
                <a:cs typeface="Arial MT"/>
              </a:rPr>
              <a:t>Application.</a:t>
            </a:r>
            <a:r>
              <a:rPr dirty="0" sz="3100" spc="-7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3100" spc="-265">
                <a:solidFill>
                  <a:srgbClr val="A3A3A3"/>
                </a:solidFill>
                <a:latin typeface="Arial MT"/>
                <a:cs typeface="Arial MT"/>
              </a:rPr>
              <a:t>This</a:t>
            </a:r>
            <a:r>
              <a:rPr dirty="0" sz="3100" spc="-60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3100" spc="-105">
                <a:solidFill>
                  <a:srgbClr val="B5B5B5"/>
                </a:solidFill>
                <a:latin typeface="Arial MT"/>
                <a:cs typeface="Arial MT"/>
              </a:rPr>
              <a:t>project </a:t>
            </a:r>
            <a:r>
              <a:rPr dirty="0" sz="3100" spc="-275">
                <a:solidFill>
                  <a:srgbClr val="A7A7A7"/>
                </a:solidFill>
                <a:latin typeface="Arial MT"/>
                <a:cs typeface="Arial MT"/>
              </a:rPr>
              <a:t>serves</a:t>
            </a:r>
            <a:r>
              <a:rPr dirty="0" sz="3100" spc="-30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dirty="0" sz="3100" spc="-495">
                <a:solidFill>
                  <a:srgbClr val="AAAAAA"/>
                </a:solidFill>
                <a:latin typeface="Arial MT"/>
                <a:cs typeface="Arial MT"/>
              </a:rPr>
              <a:t>as</a:t>
            </a:r>
            <a:r>
              <a:rPr dirty="0" sz="3100" spc="-9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3100" spc="-625">
                <a:solidFill>
                  <a:srgbClr val="A8A8A8"/>
                </a:solidFill>
                <a:latin typeface="Arial MT"/>
                <a:cs typeface="Arial MT"/>
              </a:rPr>
              <a:t>a</a:t>
            </a:r>
            <a:r>
              <a:rPr dirty="0" sz="3100" spc="-15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3100" spc="-215">
                <a:solidFill>
                  <a:srgbClr val="545D70"/>
                </a:solidFill>
                <a:latin typeface="Arial MT"/>
                <a:cs typeface="Arial MT"/>
              </a:rPr>
              <a:t>robust</a:t>
            </a:r>
            <a:r>
              <a:rPr dirty="0" sz="3100" spc="-70">
                <a:solidFill>
                  <a:srgbClr val="545D70"/>
                </a:solidFill>
                <a:latin typeface="Arial MT"/>
                <a:cs typeface="Arial MT"/>
              </a:rPr>
              <a:t> </a:t>
            </a:r>
            <a:r>
              <a:rPr dirty="0" sz="3100" spc="-150">
                <a:solidFill>
                  <a:srgbClr val="B1B1B1"/>
                </a:solidFill>
                <a:latin typeface="Arial MT"/>
                <a:cs typeface="Arial MT"/>
              </a:rPr>
              <a:t>digital</a:t>
            </a:r>
            <a:r>
              <a:rPr dirty="0" sz="3100" spc="-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3100" spc="-155">
                <a:solidFill>
                  <a:srgbClr val="B1B1B1"/>
                </a:solidFill>
                <a:latin typeface="Arial MT"/>
                <a:cs typeface="Arial MT"/>
              </a:rPr>
              <a:t>alternative</a:t>
            </a:r>
            <a:r>
              <a:rPr dirty="0" sz="3100" spc="4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3100" spc="-150">
                <a:solidFill>
                  <a:srgbClr val="AAAAAA"/>
                </a:solidFill>
                <a:latin typeface="Arial MT"/>
                <a:cs typeface="Arial MT"/>
              </a:rPr>
              <a:t>to</a:t>
            </a:r>
            <a:r>
              <a:rPr dirty="0" sz="3100" spc="-23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3100" spc="-285">
                <a:solidFill>
                  <a:srgbClr val="AAAAAA"/>
                </a:solidFill>
                <a:latin typeface="Arial MT"/>
                <a:cs typeface="Arial MT"/>
              </a:rPr>
              <a:t>legacy</a:t>
            </a:r>
            <a:r>
              <a:rPr dirty="0" sz="3100" spc="-16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3100" spc="-300">
                <a:solidFill>
                  <a:srgbClr val="AAAAAA"/>
                </a:solidFill>
                <a:latin typeface="Arial MT"/>
                <a:cs typeface="Arial MT"/>
              </a:rPr>
              <a:t>paper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706" y="5905579"/>
            <a:ext cx="20080605" cy="369570"/>
          </a:xfrm>
          <a:custGeom>
            <a:avLst/>
            <a:gdLst/>
            <a:ahLst/>
            <a:cxnLst/>
            <a:rect l="l" t="t" r="r" b="b"/>
            <a:pathLst>
              <a:path w="20080605" h="369570">
                <a:moveTo>
                  <a:pt x="20080541" y="369098"/>
                </a:moveTo>
                <a:lnTo>
                  <a:pt x="0" y="36909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69098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44006" y="5791442"/>
            <a:ext cx="8225155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45">
                <a:solidFill>
                  <a:srgbClr val="ACACAC"/>
                </a:solidFill>
                <a:latin typeface="Calibri"/>
                <a:cs typeface="Calibri"/>
              </a:rPr>
              <a:t>examinations,</a:t>
            </a:r>
            <a:r>
              <a:rPr dirty="0" sz="2950" spc="-120">
                <a:solidFill>
                  <a:srgbClr val="ACACAC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B1B1B1"/>
                </a:solidFill>
                <a:latin typeface="Calibri"/>
                <a:cs typeface="Calibri"/>
              </a:rPr>
              <a:t>ensuring</a:t>
            </a:r>
            <a:r>
              <a:rPr dirty="0" sz="2950" spc="-50">
                <a:solidFill>
                  <a:srgbClr val="B1B1B1"/>
                </a:solidFill>
                <a:latin typeface="Calibri"/>
                <a:cs typeface="Calibri"/>
              </a:rPr>
              <a:t> </a:t>
            </a:r>
            <a:r>
              <a:rPr dirty="0" sz="2950" spc="-25">
                <a:solidFill>
                  <a:srgbClr val="ACACAC"/>
                </a:solidFill>
                <a:latin typeface="Calibri"/>
                <a:cs typeface="Calibri"/>
              </a:rPr>
              <a:t>transparency</a:t>
            </a:r>
            <a:r>
              <a:rPr dirty="0" sz="2950" spc="135">
                <a:solidFill>
                  <a:srgbClr val="ACACAC"/>
                </a:solidFill>
                <a:latin typeface="Calibri"/>
                <a:cs typeface="Calibri"/>
              </a:rPr>
              <a:t> </a:t>
            </a:r>
            <a:r>
              <a:rPr dirty="0" sz="2950" spc="-114">
                <a:solidFill>
                  <a:srgbClr val="A1A1A1"/>
                </a:solidFill>
                <a:latin typeface="Calibri"/>
                <a:cs typeface="Calibri"/>
              </a:rPr>
              <a:t>and</a:t>
            </a:r>
            <a:r>
              <a:rPr dirty="0" sz="2950" spc="-85">
                <a:solidFill>
                  <a:srgbClr val="A1A1A1"/>
                </a:solidFill>
                <a:latin typeface="Calibri"/>
                <a:cs typeface="Calibri"/>
              </a:rPr>
              <a:t> </a:t>
            </a:r>
            <a:r>
              <a:rPr dirty="0" sz="2950" spc="-25">
                <a:solidFill>
                  <a:srgbClr val="B3B3B3"/>
                </a:solidFill>
                <a:latin typeface="Calibri"/>
                <a:cs typeface="Calibri"/>
              </a:rPr>
              <a:t>lightning-</a:t>
            </a:r>
            <a:r>
              <a:rPr dirty="0" sz="2950" spc="-20">
                <a:solidFill>
                  <a:srgbClr val="B3B3B3"/>
                </a:solidFill>
                <a:latin typeface="Calibri"/>
                <a:cs typeface="Calibri"/>
              </a:rPr>
              <a:t>fast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42727" y="5840524"/>
            <a:ext cx="268351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17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dirty="0" sz="255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50" spc="180">
                <a:solidFill>
                  <a:srgbClr val="FFFFFF"/>
                </a:solidFill>
                <a:latin typeface="Calibri"/>
                <a:cs typeface="Calibri"/>
              </a:rPr>
              <a:t>Objective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706" y="6455300"/>
            <a:ext cx="20080605" cy="526415"/>
          </a:xfrm>
          <a:custGeom>
            <a:avLst/>
            <a:gdLst/>
            <a:ahLst/>
            <a:cxnLst/>
            <a:rect l="l" t="t" r="r" b="b"/>
            <a:pathLst>
              <a:path w="20080605" h="526415">
                <a:moveTo>
                  <a:pt x="20080541" y="526162"/>
                </a:moveTo>
                <a:lnTo>
                  <a:pt x="0" y="52616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26162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48509" y="6373885"/>
            <a:ext cx="165100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25">
                <a:solidFill>
                  <a:srgbClr val="A8A8A8"/>
                </a:solidFill>
                <a:latin typeface="Arial MT"/>
                <a:cs typeface="Arial MT"/>
              </a:rPr>
              <a:t>evaluation.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155064" y="6595082"/>
            <a:ext cx="624459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335">
                <a:solidFill>
                  <a:srgbClr val="677487"/>
                </a:solidFill>
                <a:latin typeface="Arial MT"/>
                <a:cs typeface="Arial MT"/>
              </a:rPr>
              <a:t>To</a:t>
            </a:r>
            <a:r>
              <a:rPr dirty="0" sz="2450" spc="-110">
                <a:solidFill>
                  <a:srgbClr val="677487"/>
                </a:solidFill>
                <a:latin typeface="Arial MT"/>
                <a:cs typeface="Arial MT"/>
              </a:rPr>
              <a:t> </a:t>
            </a:r>
            <a:r>
              <a:rPr dirty="0" sz="2450" spc="-95">
                <a:solidFill>
                  <a:srgbClr val="424B5D"/>
                </a:solidFill>
                <a:latin typeface="Arial MT"/>
                <a:cs typeface="Arial MT"/>
              </a:rPr>
              <a:t>build</a:t>
            </a:r>
            <a:r>
              <a:rPr dirty="0" sz="2450" spc="-105">
                <a:solidFill>
                  <a:srgbClr val="424B5D"/>
                </a:solidFill>
                <a:latin typeface="Arial MT"/>
                <a:cs typeface="Arial MT"/>
              </a:rPr>
              <a:t> </a:t>
            </a:r>
            <a:r>
              <a:rPr dirty="0" sz="2450" spc="-400">
                <a:solidFill>
                  <a:srgbClr val="939EAF"/>
                </a:solidFill>
                <a:latin typeface="Arial MT"/>
                <a:cs typeface="Arial MT"/>
              </a:rPr>
              <a:t>a</a:t>
            </a:r>
            <a:r>
              <a:rPr dirty="0" sz="2450" spc="-130">
                <a:solidFill>
                  <a:srgbClr val="939EAF"/>
                </a:solidFill>
                <a:latin typeface="Arial MT"/>
                <a:cs typeface="Arial MT"/>
              </a:rPr>
              <a:t> </a:t>
            </a:r>
            <a:r>
              <a:rPr dirty="0" sz="2450" spc="-120">
                <a:solidFill>
                  <a:srgbClr val="9AA3B3"/>
                </a:solidFill>
                <a:latin typeface="Arial MT"/>
                <a:cs typeface="Arial MT"/>
              </a:rPr>
              <a:t>high-</a:t>
            </a:r>
            <a:r>
              <a:rPr dirty="0" sz="2450" spc="-130">
                <a:solidFill>
                  <a:srgbClr val="9AA3B3"/>
                </a:solidFill>
                <a:latin typeface="Arial MT"/>
                <a:cs typeface="Arial MT"/>
              </a:rPr>
              <a:t>performance,</a:t>
            </a:r>
            <a:r>
              <a:rPr dirty="0" sz="2450" spc="-310">
                <a:solidFill>
                  <a:srgbClr val="9AA3B3"/>
                </a:solidFill>
                <a:latin typeface="Arial MT"/>
                <a:cs typeface="Arial MT"/>
              </a:rPr>
              <a:t> </a:t>
            </a:r>
            <a:r>
              <a:rPr dirty="0" sz="2450" spc="-110">
                <a:solidFill>
                  <a:srgbClr val="000315"/>
                </a:solidFill>
                <a:latin typeface="Arial MT"/>
                <a:cs typeface="Arial MT"/>
              </a:rPr>
              <a:t>platform-</a:t>
            </a:r>
            <a:r>
              <a:rPr dirty="0" sz="2450" spc="-75">
                <a:solidFill>
                  <a:srgbClr val="000315"/>
                </a:solidFill>
                <a:latin typeface="Arial MT"/>
                <a:cs typeface="Arial MT"/>
              </a:rPr>
              <a:t>independent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706" y="7146379"/>
            <a:ext cx="20080605" cy="683260"/>
          </a:xfrm>
          <a:custGeom>
            <a:avLst/>
            <a:gdLst/>
            <a:ahLst/>
            <a:cxnLst/>
            <a:rect l="l" t="t" r="r" b="b"/>
            <a:pathLst>
              <a:path w="20080605" h="683259">
                <a:moveTo>
                  <a:pt x="20080541" y="683225"/>
                </a:moveTo>
                <a:lnTo>
                  <a:pt x="0" y="68322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83225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49234" y="7252130"/>
            <a:ext cx="8296909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260">
                <a:solidFill>
                  <a:srgbClr val="AAAAAA"/>
                </a:solidFill>
                <a:latin typeface="Arial MT"/>
                <a:cs typeface="Arial MT"/>
              </a:rPr>
              <a:t>By</a:t>
            </a:r>
            <a:r>
              <a:rPr dirty="0" sz="2950" spc="-15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950" spc="-120">
                <a:solidFill>
                  <a:srgbClr val="B3B3B3"/>
                </a:solidFill>
                <a:latin typeface="Arial MT"/>
                <a:cs typeface="Arial MT"/>
              </a:rPr>
              <a:t>migrating</a:t>
            </a:r>
            <a:r>
              <a:rPr dirty="0" sz="2950" spc="-20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950" spc="-114">
                <a:solidFill>
                  <a:srgbClr val="B1B1B1"/>
                </a:solidFill>
                <a:latin typeface="Arial MT"/>
                <a:cs typeface="Arial MT"/>
              </a:rPr>
              <a:t>tests</a:t>
            </a:r>
            <a:r>
              <a:rPr dirty="0" sz="2950" spc="-9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950" spc="-45">
                <a:solidFill>
                  <a:srgbClr val="AEAEAE"/>
                </a:solidFill>
                <a:latin typeface="Arial MT"/>
                <a:cs typeface="Arial MT"/>
              </a:rPr>
              <a:t>to</a:t>
            </a:r>
            <a:r>
              <a:rPr dirty="0" sz="2950" spc="-180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950" spc="-525">
                <a:solidFill>
                  <a:srgbClr val="AAAAAA"/>
                </a:solidFill>
                <a:latin typeface="Arial MT"/>
                <a:cs typeface="Arial MT"/>
              </a:rPr>
              <a:t>a</a:t>
            </a:r>
            <a:r>
              <a:rPr dirty="0" sz="2950" spc="-16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950" spc="-135">
                <a:solidFill>
                  <a:srgbClr val="ACACAC"/>
                </a:solidFill>
                <a:latin typeface="Arial MT"/>
                <a:cs typeface="Arial MT"/>
              </a:rPr>
              <a:t>cloud-powered</a:t>
            </a:r>
            <a:r>
              <a:rPr dirty="0" sz="2950" spc="-1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950" spc="-120">
                <a:solidFill>
                  <a:srgbClr val="AFAFAF"/>
                </a:solidFill>
                <a:latin typeface="Arial MT"/>
                <a:cs typeface="Arial MT"/>
              </a:rPr>
              <a:t>environment,</a:t>
            </a:r>
            <a:r>
              <a:rPr dirty="0" sz="2950" spc="14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A8A8A8"/>
                </a:solidFill>
                <a:latin typeface="Arial MT"/>
                <a:cs typeface="Arial MT"/>
              </a:rPr>
              <a:t>we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59564" y="6980542"/>
            <a:ext cx="7059930" cy="905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-635">
              <a:lnSpc>
                <a:spcPct val="125499"/>
              </a:lnSpc>
              <a:spcBef>
                <a:spcPts val="95"/>
              </a:spcBef>
            </a:pPr>
            <a:r>
              <a:rPr dirty="0" sz="2300" spc="-145">
                <a:solidFill>
                  <a:srgbClr val="AFAFAF"/>
                </a:solidFill>
                <a:latin typeface="Arial MT"/>
                <a:cs typeface="Arial MT"/>
              </a:rPr>
              <a:t>assessment</a:t>
            </a:r>
            <a:r>
              <a:rPr dirty="0" sz="2300" spc="6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300" spc="-120">
                <a:solidFill>
                  <a:srgbClr val="AFAFAF"/>
                </a:solidFill>
                <a:latin typeface="Arial MT"/>
                <a:cs typeface="Arial MT"/>
              </a:rPr>
              <a:t>engine</a:t>
            </a:r>
            <a:r>
              <a:rPr dirty="0" sz="2300" spc="-12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8791A3"/>
                </a:solidFill>
                <a:latin typeface="Arial MT"/>
                <a:cs typeface="Arial MT"/>
              </a:rPr>
              <a:t>that</a:t>
            </a:r>
            <a:r>
              <a:rPr dirty="0" sz="2300" spc="-60">
                <a:solidFill>
                  <a:srgbClr val="8791A3"/>
                </a:solidFill>
                <a:latin typeface="Arial MT"/>
                <a:cs typeface="Arial MT"/>
              </a:rPr>
              <a:t> </a:t>
            </a:r>
            <a:r>
              <a:rPr dirty="0" sz="2300" spc="-75">
                <a:solidFill>
                  <a:srgbClr val="5D6979"/>
                </a:solidFill>
                <a:latin typeface="Arial MT"/>
                <a:cs typeface="Arial MT"/>
              </a:rPr>
              <a:t>provides</a:t>
            </a:r>
            <a:r>
              <a:rPr dirty="0" sz="2300" spc="-30">
                <a:solidFill>
                  <a:srgbClr val="5D6979"/>
                </a:solidFill>
                <a:latin typeface="Arial MT"/>
                <a:cs typeface="Arial MT"/>
              </a:rPr>
              <a:t> </a:t>
            </a:r>
            <a:r>
              <a:rPr dirty="0" sz="2300" spc="-30">
                <a:solidFill>
                  <a:srgbClr val="565D70"/>
                </a:solidFill>
                <a:latin typeface="Arial MT"/>
                <a:cs typeface="Arial MT"/>
              </a:rPr>
              <a:t>real-</a:t>
            </a:r>
            <a:r>
              <a:rPr dirty="0" sz="2300" spc="-20">
                <a:solidFill>
                  <a:srgbClr val="565D70"/>
                </a:solidFill>
                <a:latin typeface="Arial MT"/>
                <a:cs typeface="Arial MT"/>
              </a:rPr>
              <a:t>time</a:t>
            </a:r>
            <a:r>
              <a:rPr dirty="0" sz="2300" spc="-130">
                <a:solidFill>
                  <a:srgbClr val="565D70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051121"/>
                </a:solidFill>
                <a:latin typeface="Arial MT"/>
                <a:cs typeface="Arial MT"/>
              </a:rPr>
              <a:t>result</a:t>
            </a:r>
            <a:r>
              <a:rPr dirty="0" sz="2300" spc="-35">
                <a:solidFill>
                  <a:srgbClr val="051121"/>
                </a:solidFill>
                <a:latin typeface="Arial MT"/>
                <a:cs typeface="Arial MT"/>
              </a:rPr>
              <a:t> </a:t>
            </a:r>
            <a:r>
              <a:rPr dirty="0" sz="2300" spc="-20">
                <a:solidFill>
                  <a:srgbClr val="70778A"/>
                </a:solidFill>
                <a:latin typeface="Arial MT"/>
                <a:cs typeface="Arial MT"/>
              </a:rPr>
              <a:t>analytics </a:t>
            </a:r>
            <a:r>
              <a:rPr dirty="0" sz="2300">
                <a:solidFill>
                  <a:srgbClr val="97A3B6"/>
                </a:solidFill>
                <a:latin typeface="Arial MT"/>
                <a:cs typeface="Arial MT"/>
              </a:rPr>
              <a:t>for</a:t>
            </a:r>
            <a:r>
              <a:rPr dirty="0" sz="2300" spc="-140">
                <a:solidFill>
                  <a:srgbClr val="97A3B6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6B7789"/>
                </a:solidFill>
                <a:latin typeface="Arial MT"/>
                <a:cs typeface="Arial MT"/>
              </a:rPr>
              <a:t>both</a:t>
            </a:r>
            <a:r>
              <a:rPr dirty="0" sz="2300" spc="-130">
                <a:solidFill>
                  <a:srgbClr val="6B7789"/>
                </a:solidFill>
                <a:latin typeface="Arial MT"/>
                <a:cs typeface="Arial MT"/>
              </a:rPr>
              <a:t> </a:t>
            </a:r>
            <a:r>
              <a:rPr dirty="0" sz="2300" spc="-80">
                <a:solidFill>
                  <a:srgbClr val="7E899A"/>
                </a:solidFill>
                <a:latin typeface="Arial MT"/>
                <a:cs typeface="Arial MT"/>
              </a:rPr>
              <a:t>educators</a:t>
            </a:r>
            <a:r>
              <a:rPr dirty="0" sz="2300" spc="-20">
                <a:solidFill>
                  <a:srgbClr val="7E899A"/>
                </a:solidFill>
                <a:latin typeface="Arial MT"/>
                <a:cs typeface="Arial MT"/>
              </a:rPr>
              <a:t> </a:t>
            </a:r>
            <a:r>
              <a:rPr dirty="0" sz="2300" spc="-140">
                <a:solidFill>
                  <a:srgbClr val="3F4D5D"/>
                </a:solidFill>
                <a:latin typeface="Arial MT"/>
                <a:cs typeface="Arial MT"/>
              </a:rPr>
              <a:t>and</a:t>
            </a:r>
            <a:r>
              <a:rPr dirty="0" sz="2300" spc="-114">
                <a:solidFill>
                  <a:srgbClr val="3F4D5D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7E8295"/>
                </a:solidFill>
                <a:latin typeface="Arial MT"/>
                <a:cs typeface="Arial MT"/>
              </a:rPr>
              <a:t>students.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706" y="7915989"/>
            <a:ext cx="20080605" cy="353695"/>
          </a:xfrm>
          <a:custGeom>
            <a:avLst/>
            <a:gdLst/>
            <a:ahLst/>
            <a:cxnLst/>
            <a:rect l="l" t="t" r="r" b="b"/>
            <a:pathLst>
              <a:path w="20080605" h="353695">
                <a:moveTo>
                  <a:pt x="20080541" y="353392"/>
                </a:moveTo>
                <a:lnTo>
                  <a:pt x="0" y="35339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53392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44006" y="7801852"/>
            <a:ext cx="8361045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20">
                <a:solidFill>
                  <a:srgbClr val="AAAAAA"/>
                </a:solidFill>
                <a:latin typeface="Calibri"/>
                <a:cs typeface="Calibri"/>
              </a:rPr>
              <a:t>eliminate</a:t>
            </a:r>
            <a:r>
              <a:rPr dirty="0" sz="2950" spc="-140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ACACAC"/>
                </a:solidFill>
                <a:latin typeface="Calibri"/>
                <a:cs typeface="Calibri"/>
              </a:rPr>
              <a:t>logistical</a:t>
            </a:r>
            <a:r>
              <a:rPr dirty="0" sz="2950" spc="60">
                <a:solidFill>
                  <a:srgbClr val="ACACAC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ACACAC"/>
                </a:solidFill>
                <a:latin typeface="Calibri"/>
                <a:cs typeface="Calibri"/>
              </a:rPr>
              <a:t>hurdles</a:t>
            </a:r>
            <a:r>
              <a:rPr dirty="0" sz="2950" spc="40">
                <a:solidFill>
                  <a:srgbClr val="ACACAC"/>
                </a:solidFill>
                <a:latin typeface="Calibri"/>
                <a:cs typeface="Calibri"/>
              </a:rPr>
              <a:t> </a:t>
            </a:r>
            <a:r>
              <a:rPr dirty="0" sz="2950" spc="-114">
                <a:solidFill>
                  <a:srgbClr val="ACACAC"/>
                </a:solidFill>
                <a:latin typeface="Calibri"/>
                <a:cs typeface="Calibri"/>
              </a:rPr>
              <a:t>and</a:t>
            </a:r>
            <a:r>
              <a:rPr dirty="0" sz="2950" spc="-85">
                <a:solidFill>
                  <a:srgbClr val="ACACAC"/>
                </a:solidFill>
                <a:latin typeface="Calibri"/>
                <a:cs typeface="Calibri"/>
              </a:rPr>
              <a:t> </a:t>
            </a:r>
            <a:r>
              <a:rPr dirty="0" sz="2950" spc="-120">
                <a:solidFill>
                  <a:srgbClr val="AEAEAE"/>
                </a:solidFill>
                <a:latin typeface="Calibri"/>
                <a:cs typeface="Calibri"/>
              </a:rPr>
              <a:t>human</a:t>
            </a:r>
            <a:r>
              <a:rPr dirty="0" sz="2950" spc="-50">
                <a:solidFill>
                  <a:srgbClr val="AEAEAE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A8A8A8"/>
                </a:solidFill>
                <a:latin typeface="Calibri"/>
                <a:cs typeface="Calibri"/>
              </a:rPr>
              <a:t>errors</a:t>
            </a:r>
            <a:r>
              <a:rPr dirty="0" sz="2950" spc="-20">
                <a:solidFill>
                  <a:srgbClr val="A8A8A8"/>
                </a:solidFill>
                <a:latin typeface="Calibri"/>
                <a:cs typeface="Calibri"/>
              </a:rPr>
              <a:t> </a:t>
            </a:r>
            <a:r>
              <a:rPr dirty="0" sz="2950" spc="-55">
                <a:solidFill>
                  <a:srgbClr val="AAAAAA"/>
                </a:solidFill>
                <a:latin typeface="Calibri"/>
                <a:cs typeface="Calibri"/>
              </a:rPr>
              <a:t>in</a:t>
            </a:r>
            <a:r>
              <a:rPr dirty="0" sz="2950" spc="-145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AFAFAF"/>
                </a:solidFill>
                <a:latin typeface="Calibri"/>
                <a:cs typeface="Calibri"/>
              </a:rPr>
              <a:t>scoring.</a:t>
            </a:r>
            <a:endParaRPr sz="2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66733" y="10770614"/>
            <a:ext cx="1633855" cy="0"/>
          </a:xfrm>
          <a:custGeom>
            <a:avLst/>
            <a:gdLst/>
            <a:ahLst/>
            <a:cxnLst/>
            <a:rect l="l" t="t" r="r" b="b"/>
            <a:pathLst>
              <a:path w="1633854" h="0">
                <a:moveTo>
                  <a:pt x="0" y="0"/>
                </a:moveTo>
                <a:lnTo>
                  <a:pt x="1633458" y="0"/>
                </a:lnTo>
              </a:path>
            </a:pathLst>
          </a:custGeom>
          <a:ln w="23559">
            <a:solidFill>
              <a:srgbClr val="0008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89498" y="2045749"/>
            <a:ext cx="942975" cy="0"/>
          </a:xfrm>
          <a:custGeom>
            <a:avLst/>
            <a:gdLst/>
            <a:ahLst/>
            <a:cxnLst/>
            <a:rect l="l" t="t" r="r" b="b"/>
            <a:pathLst>
              <a:path w="942975" h="0">
                <a:moveTo>
                  <a:pt x="0" y="0"/>
                </a:moveTo>
                <a:lnTo>
                  <a:pt x="942379" y="0"/>
                </a:lnTo>
              </a:path>
            </a:pathLst>
          </a:custGeom>
          <a:ln w="54972">
            <a:solidFill>
              <a:srgbClr val="000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706" y="1162268"/>
            <a:ext cx="20080605" cy="589280"/>
          </a:xfrm>
          <a:custGeom>
            <a:avLst/>
            <a:gdLst/>
            <a:ahLst/>
            <a:cxnLst/>
            <a:rect l="l" t="t" r="r" b="b"/>
            <a:pathLst>
              <a:path w="20080605" h="589280">
                <a:moveTo>
                  <a:pt x="20080541" y="588987"/>
                </a:moveTo>
                <a:lnTo>
                  <a:pt x="0" y="58898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88987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110"/>
              </a:spcBef>
            </a:pPr>
            <a:r>
              <a:rPr dirty="0" spc="-120"/>
              <a:t>The</a:t>
            </a:r>
            <a:r>
              <a:rPr dirty="0" spc="-455"/>
              <a:t> </a:t>
            </a:r>
            <a:r>
              <a:rPr dirty="0"/>
              <a:t>Need</a:t>
            </a:r>
            <a:r>
              <a:rPr dirty="0" spc="-155"/>
              <a:t> </a:t>
            </a:r>
            <a:r>
              <a:rPr dirty="0" spc="70"/>
              <a:t>for</a:t>
            </a:r>
            <a:r>
              <a:rPr dirty="0" spc="-25"/>
              <a:t> </a:t>
            </a:r>
            <a:r>
              <a:rPr dirty="0" spc="225"/>
              <a:t>Transformation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5706" y="4539128"/>
            <a:ext cx="20088860" cy="785495"/>
            <a:chOff x="15706" y="4539128"/>
            <a:chExt cx="20088860" cy="7854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25750" y="4539128"/>
              <a:ext cx="4209295" cy="7853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06044" y="4539128"/>
              <a:ext cx="4209295" cy="78531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4926" y="4539128"/>
              <a:ext cx="4209295" cy="78531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4539128"/>
              <a:ext cx="20088393" cy="785316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15706" y="5701396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578944" y="5621290"/>
            <a:ext cx="3405504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220">
                <a:solidFill>
                  <a:srgbClr val="FFFFFF"/>
                </a:solidFill>
                <a:latin typeface="Calibri"/>
                <a:cs typeface="Calibri"/>
              </a:rPr>
              <a:t>Manual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229">
                <a:solidFill>
                  <a:srgbClr val="FFFFFF"/>
                </a:solidFill>
                <a:latin typeface="Calibri"/>
                <a:cs typeface="Calibri"/>
              </a:rPr>
              <a:t>Grading</a:t>
            </a:r>
            <a:r>
              <a:rPr dirty="0" sz="2450" spc="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250">
                <a:solidFill>
                  <a:srgbClr val="FFFFFF"/>
                </a:solidFill>
                <a:latin typeface="Calibri"/>
                <a:cs typeface="Calibri"/>
              </a:rPr>
              <a:t>Delay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033689" y="5621290"/>
            <a:ext cx="282575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215">
                <a:solidFill>
                  <a:srgbClr val="FFFFFF"/>
                </a:solidFill>
                <a:latin typeface="Calibri"/>
                <a:cs typeface="Calibri"/>
              </a:rPr>
              <a:t>Security</a:t>
            </a:r>
            <a:r>
              <a:rPr dirty="0" sz="245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270">
                <a:solidFill>
                  <a:srgbClr val="FFFFFF"/>
                </a:solidFill>
                <a:latin typeface="Calibri"/>
                <a:cs typeface="Calibri"/>
              </a:rPr>
              <a:t>Concerns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706" y="6455300"/>
            <a:ext cx="20080605" cy="290830"/>
          </a:xfrm>
          <a:custGeom>
            <a:avLst/>
            <a:gdLst/>
            <a:ahLst/>
            <a:cxnLst/>
            <a:rect l="l" t="t" r="r" b="b"/>
            <a:pathLst>
              <a:path w="20080605" h="290829">
                <a:moveTo>
                  <a:pt x="20080541" y="290567"/>
                </a:moveTo>
                <a:lnTo>
                  <a:pt x="0" y="29056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90567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595040" y="6375848"/>
            <a:ext cx="434594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99A1B3"/>
                </a:solidFill>
                <a:latin typeface="Calibri"/>
                <a:cs typeface="Calibri"/>
              </a:rPr>
              <a:t>Traditional</a:t>
            </a:r>
            <a:r>
              <a:rPr dirty="0" sz="2300" spc="150">
                <a:solidFill>
                  <a:srgbClr val="99A1B3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081324"/>
                </a:solidFill>
                <a:latin typeface="Calibri"/>
                <a:cs typeface="Calibri"/>
              </a:rPr>
              <a:t>evaluation</a:t>
            </a:r>
            <a:r>
              <a:rPr dirty="0" sz="2300" spc="165">
                <a:solidFill>
                  <a:srgbClr val="081324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7E899A"/>
                </a:solidFill>
                <a:latin typeface="Calibri"/>
                <a:cs typeface="Calibri"/>
              </a:rPr>
              <a:t>takes</a:t>
            </a:r>
            <a:r>
              <a:rPr dirty="0" sz="2300" spc="60">
                <a:solidFill>
                  <a:srgbClr val="7E899A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030A1C"/>
                </a:solidFill>
                <a:latin typeface="Calibri"/>
                <a:cs typeface="Calibri"/>
              </a:rPr>
              <a:t>days</a:t>
            </a:r>
            <a:r>
              <a:rPr dirty="0" sz="2300" spc="25">
                <a:solidFill>
                  <a:srgbClr val="030A1C"/>
                </a:solidFill>
                <a:latin typeface="Calibri"/>
                <a:cs typeface="Calibri"/>
              </a:rPr>
              <a:t> </a:t>
            </a:r>
            <a:r>
              <a:rPr dirty="0" sz="2300" spc="-25">
                <a:solidFill>
                  <a:srgbClr val="7E899A"/>
                </a:solidFill>
                <a:latin typeface="Calibri"/>
                <a:cs typeface="Calibri"/>
              </a:rPr>
              <a:t>or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98650" y="5621290"/>
            <a:ext cx="4378960" cy="1133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270">
                <a:solidFill>
                  <a:srgbClr val="FFFFFF"/>
                </a:solidFill>
                <a:latin typeface="Calibri"/>
                <a:cs typeface="Calibri"/>
              </a:rPr>
              <a:t>Human</a:t>
            </a:r>
            <a:r>
              <a:rPr dirty="0" sz="2450" spc="-1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265">
                <a:solidFill>
                  <a:srgbClr val="FFFFFF"/>
                </a:solidFill>
                <a:latin typeface="Calibri"/>
                <a:cs typeface="Calibri"/>
              </a:rPr>
              <a:t>Calculation</a:t>
            </a:r>
            <a:r>
              <a:rPr dirty="0" sz="245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210">
                <a:solidFill>
                  <a:srgbClr val="FFFFFF"/>
                </a:solidFill>
                <a:latin typeface="Calibri"/>
                <a:cs typeface="Calibri"/>
              </a:rPr>
              <a:t>Risk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5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5"/>
              </a:spcBef>
              <a:tabLst>
                <a:tab pos="3338195" algn="l"/>
              </a:tabLst>
            </a:pPr>
            <a:r>
              <a:rPr dirty="0" sz="2300">
                <a:solidFill>
                  <a:srgbClr val="9EAABA"/>
                </a:solidFill>
                <a:latin typeface="Calibri"/>
                <a:cs typeface="Calibri"/>
              </a:rPr>
              <a:t>Manual</a:t>
            </a:r>
            <a:r>
              <a:rPr dirty="0" sz="2300" spc="155">
                <a:solidFill>
                  <a:srgbClr val="9EAABA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4D5769"/>
                </a:solidFill>
                <a:latin typeface="Calibri"/>
                <a:cs typeface="Calibri"/>
              </a:rPr>
              <a:t>tallying</a:t>
            </a:r>
            <a:r>
              <a:rPr dirty="0" sz="2300" spc="50">
                <a:solidFill>
                  <a:srgbClr val="4D5769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485466"/>
                </a:solidFill>
                <a:latin typeface="Calibri"/>
                <a:cs typeface="Calibri"/>
              </a:rPr>
              <a:t>of</a:t>
            </a:r>
            <a:r>
              <a:rPr dirty="0" sz="2300" spc="60">
                <a:solidFill>
                  <a:srgbClr val="485466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B1B1B1"/>
                </a:solidFill>
                <a:latin typeface="Calibri"/>
                <a:cs typeface="Calibri"/>
              </a:rPr>
              <a:t>marks</a:t>
            </a:r>
            <a:r>
              <a:rPr dirty="0" sz="2300">
                <a:solidFill>
                  <a:srgbClr val="B1B1B1"/>
                </a:solidFill>
                <a:latin typeface="Calibri"/>
                <a:cs typeface="Calibri"/>
              </a:rPr>
              <a:t>	</a:t>
            </a:r>
            <a:r>
              <a:rPr dirty="0" sz="2300">
                <a:solidFill>
                  <a:srgbClr val="546070"/>
                </a:solidFill>
                <a:latin typeface="Calibri"/>
                <a:cs typeface="Calibri"/>
              </a:rPr>
              <a:t>prone</a:t>
            </a:r>
            <a:r>
              <a:rPr dirty="0" sz="2300" spc="-85">
                <a:solidFill>
                  <a:srgbClr val="546070"/>
                </a:solidFill>
                <a:latin typeface="Calibri"/>
                <a:cs typeface="Calibri"/>
              </a:rPr>
              <a:t> </a:t>
            </a:r>
            <a:r>
              <a:rPr dirty="0" sz="2300" spc="-25">
                <a:solidFill>
                  <a:srgbClr val="646B7E"/>
                </a:solidFill>
                <a:latin typeface="Calibri"/>
                <a:cs typeface="Calibri"/>
              </a:rPr>
              <a:t>to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34065" y="6359488"/>
            <a:ext cx="437007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70">
                <a:solidFill>
                  <a:srgbClr val="7C879A"/>
                </a:solidFill>
                <a:latin typeface="Calibri"/>
                <a:cs typeface="Calibri"/>
              </a:rPr>
              <a:t>Paper </a:t>
            </a:r>
            <a:r>
              <a:rPr dirty="0" sz="2450" spc="-45">
                <a:solidFill>
                  <a:srgbClr val="7E899A"/>
                </a:solidFill>
                <a:latin typeface="Calibri"/>
                <a:cs typeface="Calibri"/>
              </a:rPr>
              <a:t>leaks</a:t>
            </a:r>
            <a:r>
              <a:rPr dirty="0" sz="2450" spc="-90">
                <a:solidFill>
                  <a:srgbClr val="7E899A"/>
                </a:solidFill>
                <a:latin typeface="Calibri"/>
                <a:cs typeface="Calibri"/>
              </a:rPr>
              <a:t> </a:t>
            </a:r>
            <a:r>
              <a:rPr dirty="0" sz="2450" spc="-110">
                <a:solidFill>
                  <a:srgbClr val="3F4D5D"/>
                </a:solidFill>
                <a:latin typeface="Calibri"/>
                <a:cs typeface="Calibri"/>
              </a:rPr>
              <a:t>and</a:t>
            </a:r>
            <a:r>
              <a:rPr dirty="0" sz="2450" spc="-90">
                <a:solidFill>
                  <a:srgbClr val="3F4D5D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9EAABA"/>
                </a:solidFill>
                <a:latin typeface="Calibri"/>
                <a:cs typeface="Calibri"/>
              </a:rPr>
              <a:t>physical</a:t>
            </a:r>
            <a:r>
              <a:rPr dirty="0" sz="2450" spc="-40">
                <a:solidFill>
                  <a:srgbClr val="9EAABA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AFAFAF"/>
                </a:solidFill>
                <a:latin typeface="Calibri"/>
                <a:cs typeface="Calibri"/>
              </a:rPr>
              <a:t>handling</a:t>
            </a:r>
            <a:r>
              <a:rPr dirty="0" sz="2450" spc="-55">
                <a:solidFill>
                  <a:srgbClr val="AFAFAF"/>
                </a:solidFill>
                <a:latin typeface="Calibri"/>
                <a:cs typeface="Calibri"/>
              </a:rPr>
              <a:t> </a:t>
            </a:r>
            <a:r>
              <a:rPr dirty="0" sz="2450" spc="-25">
                <a:solidFill>
                  <a:srgbClr val="505B6E"/>
                </a:solidFill>
                <a:latin typeface="Calibri"/>
                <a:cs typeface="Calibri"/>
              </a:rPr>
              <a:t>of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706" y="6910784"/>
            <a:ext cx="20080605" cy="290830"/>
          </a:xfrm>
          <a:custGeom>
            <a:avLst/>
            <a:gdLst/>
            <a:ahLst/>
            <a:cxnLst/>
            <a:rect l="l" t="t" r="r" b="b"/>
            <a:pathLst>
              <a:path w="20080605" h="290829">
                <a:moveTo>
                  <a:pt x="20080541" y="290567"/>
                </a:moveTo>
                <a:lnTo>
                  <a:pt x="0" y="29056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90567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596285" y="6814971"/>
            <a:ext cx="425894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229">
                <a:solidFill>
                  <a:srgbClr val="748090"/>
                </a:solidFill>
                <a:latin typeface="Arial MT"/>
                <a:cs typeface="Arial MT"/>
              </a:rPr>
              <a:t>weeks,</a:t>
            </a:r>
            <a:r>
              <a:rPr dirty="0" sz="2450" spc="-130">
                <a:solidFill>
                  <a:srgbClr val="748090"/>
                </a:solidFill>
                <a:latin typeface="Arial MT"/>
                <a:cs typeface="Arial MT"/>
              </a:rPr>
              <a:t> </a:t>
            </a:r>
            <a:r>
              <a:rPr dirty="0" sz="2450" spc="-190">
                <a:solidFill>
                  <a:srgbClr val="959EAF"/>
                </a:solidFill>
                <a:latin typeface="Arial MT"/>
                <a:cs typeface="Arial MT"/>
              </a:rPr>
              <a:t>causi</a:t>
            </a:r>
            <a:r>
              <a:rPr dirty="0" sz="2450" spc="-190">
                <a:solidFill>
                  <a:srgbClr val="050F21"/>
                </a:solidFill>
                <a:latin typeface="Arial MT"/>
                <a:cs typeface="Arial MT"/>
              </a:rPr>
              <a:t>ng</a:t>
            </a:r>
            <a:r>
              <a:rPr dirty="0" sz="2450" spc="-250">
                <a:solidFill>
                  <a:srgbClr val="050F21"/>
                </a:solidFill>
                <a:latin typeface="Arial MT"/>
                <a:cs typeface="Arial MT"/>
              </a:rPr>
              <a:t> </a:t>
            </a:r>
            <a:r>
              <a:rPr dirty="0" sz="2450" spc="-125">
                <a:solidFill>
                  <a:srgbClr val="081324"/>
                </a:solidFill>
                <a:latin typeface="Arial MT"/>
                <a:cs typeface="Arial MT"/>
              </a:rPr>
              <a:t>significant</a:t>
            </a:r>
            <a:r>
              <a:rPr dirty="0" sz="2450" spc="95">
                <a:solidFill>
                  <a:srgbClr val="081324"/>
                </a:solidFill>
                <a:latin typeface="Arial MT"/>
                <a:cs typeface="Arial MT"/>
              </a:rPr>
              <a:t> </a:t>
            </a:r>
            <a:r>
              <a:rPr dirty="0" sz="2450" spc="-210">
                <a:solidFill>
                  <a:srgbClr val="778091"/>
                </a:solidFill>
                <a:latin typeface="Arial MT"/>
                <a:cs typeface="Arial MT"/>
              </a:rPr>
              <a:t>delays</a:t>
            </a:r>
            <a:r>
              <a:rPr dirty="0" sz="2450" spc="-40">
                <a:solidFill>
                  <a:srgbClr val="778091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808E9E"/>
                </a:solidFill>
                <a:latin typeface="Arial MT"/>
                <a:cs typeface="Arial MT"/>
              </a:rPr>
              <a:t>in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13371" y="6814971"/>
            <a:ext cx="279336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20">
                <a:solidFill>
                  <a:srgbClr val="9AA3B5"/>
                </a:solidFill>
                <a:latin typeface="Arial MT"/>
                <a:cs typeface="Arial MT"/>
              </a:rPr>
              <a:t>errors, </a:t>
            </a:r>
            <a:r>
              <a:rPr dirty="0" sz="2450" spc="-95">
                <a:solidFill>
                  <a:srgbClr val="9099AA"/>
                </a:solidFill>
                <a:latin typeface="Arial MT"/>
                <a:cs typeface="Arial MT"/>
              </a:rPr>
              <a:t>often </a:t>
            </a:r>
            <a:r>
              <a:rPr dirty="0" sz="2450" spc="-160">
                <a:solidFill>
                  <a:srgbClr val="071123"/>
                </a:solidFill>
                <a:latin typeface="Arial MT"/>
                <a:cs typeface="Arial MT"/>
              </a:rPr>
              <a:t>leading</a:t>
            </a:r>
            <a:r>
              <a:rPr dirty="0" sz="2450" spc="-190">
                <a:solidFill>
                  <a:srgbClr val="071123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677283"/>
                </a:solidFill>
                <a:latin typeface="Arial MT"/>
                <a:cs typeface="Arial MT"/>
              </a:rPr>
              <a:t>to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033194" y="6831332"/>
            <a:ext cx="361315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25">
                <a:solidFill>
                  <a:srgbClr val="8993A3"/>
                </a:solidFill>
                <a:latin typeface="Arial MT"/>
                <a:cs typeface="Arial MT"/>
              </a:rPr>
              <a:t>result </a:t>
            </a:r>
            <a:r>
              <a:rPr dirty="0" sz="2300" spc="-130">
                <a:solidFill>
                  <a:srgbClr val="778091"/>
                </a:solidFill>
                <a:latin typeface="Arial MT"/>
                <a:cs typeface="Arial MT"/>
              </a:rPr>
              <a:t>sheets</a:t>
            </a:r>
            <a:r>
              <a:rPr dirty="0" sz="2300" spc="-65">
                <a:solidFill>
                  <a:srgbClr val="778091"/>
                </a:solidFill>
                <a:latin typeface="Arial MT"/>
                <a:cs typeface="Arial MT"/>
              </a:rPr>
              <a:t> </a:t>
            </a:r>
            <a:r>
              <a:rPr dirty="0" sz="2300" spc="-95">
                <a:solidFill>
                  <a:srgbClr val="565D70"/>
                </a:solidFill>
                <a:latin typeface="Arial MT"/>
                <a:cs typeface="Arial MT"/>
              </a:rPr>
              <a:t>compromise</a:t>
            </a:r>
            <a:r>
              <a:rPr dirty="0" sz="2300" spc="-35">
                <a:solidFill>
                  <a:srgbClr val="565D70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525D70"/>
                </a:solidFill>
                <a:latin typeface="Arial MT"/>
                <a:cs typeface="Arial MT"/>
              </a:rPr>
              <a:t>the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5706" y="7366268"/>
            <a:ext cx="20080605" cy="290830"/>
          </a:xfrm>
          <a:custGeom>
            <a:avLst/>
            <a:gdLst/>
            <a:ahLst/>
            <a:cxnLst/>
            <a:rect l="l" t="t" r="r" b="b"/>
            <a:pathLst>
              <a:path w="20080605" h="290829">
                <a:moveTo>
                  <a:pt x="20080541" y="290567"/>
                </a:moveTo>
                <a:lnTo>
                  <a:pt x="0" y="29056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90567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594408" y="7286815"/>
            <a:ext cx="395351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175">
                <a:solidFill>
                  <a:srgbClr val="626B7C"/>
                </a:solidFill>
                <a:latin typeface="Arial MT"/>
                <a:cs typeface="Arial MT"/>
              </a:rPr>
              <a:t>acaclemic</a:t>
            </a:r>
            <a:r>
              <a:rPr dirty="0" sz="2300" spc="25">
                <a:solidFill>
                  <a:srgbClr val="626B7C"/>
                </a:solidFill>
                <a:latin typeface="Arial MT"/>
                <a:cs typeface="Arial MT"/>
              </a:rPr>
              <a:t> </a:t>
            </a:r>
            <a:r>
              <a:rPr dirty="0" sz="2300" spc="-130">
                <a:solidFill>
                  <a:srgbClr val="9099AC"/>
                </a:solidFill>
                <a:latin typeface="Arial MT"/>
                <a:cs typeface="Arial MT"/>
              </a:rPr>
              <a:t>feedback</a:t>
            </a:r>
            <a:r>
              <a:rPr dirty="0" sz="2300" spc="40">
                <a:solidFill>
                  <a:srgbClr val="9099AC"/>
                </a:solidFill>
                <a:latin typeface="Arial MT"/>
                <a:cs typeface="Arial MT"/>
              </a:rPr>
              <a:t> </a:t>
            </a:r>
            <a:r>
              <a:rPr dirty="0" sz="2300" spc="-140">
                <a:solidFill>
                  <a:srgbClr val="677483"/>
                </a:solidFill>
                <a:latin typeface="Arial MT"/>
                <a:cs typeface="Arial MT"/>
              </a:rPr>
              <a:t>and</a:t>
            </a:r>
            <a:r>
              <a:rPr dirty="0" sz="2300" spc="-95">
                <a:solidFill>
                  <a:srgbClr val="677483"/>
                </a:solidFill>
                <a:latin typeface="Arial MT"/>
                <a:cs typeface="Arial MT"/>
              </a:rPr>
              <a:t> </a:t>
            </a:r>
            <a:r>
              <a:rPr dirty="0" sz="2300" spc="-55">
                <a:solidFill>
                  <a:srgbClr val="5D6777"/>
                </a:solidFill>
                <a:latin typeface="Arial MT"/>
                <a:cs typeface="Arial MT"/>
              </a:rPr>
              <a:t>decision-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14689" y="7286815"/>
            <a:ext cx="315277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100">
                <a:solidFill>
                  <a:srgbClr val="7C8597"/>
                </a:solidFill>
                <a:latin typeface="Arial MT"/>
                <a:cs typeface="Arial MT"/>
              </a:rPr>
              <a:t>discrepancies</a:t>
            </a:r>
            <a:r>
              <a:rPr dirty="0" sz="2300" spc="-5">
                <a:solidFill>
                  <a:srgbClr val="7C8597"/>
                </a:solidFill>
                <a:latin typeface="Arial MT"/>
                <a:cs typeface="Arial MT"/>
              </a:rPr>
              <a:t> </a:t>
            </a:r>
            <a:r>
              <a:rPr dirty="0" sz="2300" spc="-140">
                <a:solidFill>
                  <a:srgbClr val="677483"/>
                </a:solidFill>
                <a:latin typeface="Arial MT"/>
                <a:cs typeface="Arial MT"/>
              </a:rPr>
              <a:t>and</a:t>
            </a:r>
            <a:r>
              <a:rPr dirty="0" sz="2300" spc="-114">
                <a:solidFill>
                  <a:srgbClr val="677483"/>
                </a:solidFill>
                <a:latin typeface="Arial MT"/>
                <a:cs typeface="Arial MT"/>
              </a:rPr>
              <a:t> </a:t>
            </a:r>
            <a:r>
              <a:rPr dirty="0" sz="2300" spc="-75">
                <a:solidFill>
                  <a:srgbClr val="050E1F"/>
                </a:solidFill>
                <a:latin typeface="Arial MT"/>
                <a:cs typeface="Arial MT"/>
              </a:rPr>
              <a:t>stuclent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032762" y="7286815"/>
            <a:ext cx="444309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9CA8BA"/>
                </a:solidFill>
                <a:latin typeface="Arial MT"/>
                <a:cs typeface="Arial MT"/>
              </a:rPr>
              <a:t>integrity</a:t>
            </a:r>
            <a:r>
              <a:rPr dirty="0" sz="2300" spc="-125">
                <a:solidFill>
                  <a:srgbClr val="9CA8BA"/>
                </a:solidFill>
                <a:latin typeface="Arial MT"/>
                <a:cs typeface="Arial MT"/>
              </a:rPr>
              <a:t> </a:t>
            </a:r>
            <a:r>
              <a:rPr dirty="0" sz="2300" spc="-20">
                <a:solidFill>
                  <a:srgbClr val="5B677B"/>
                </a:solidFill>
                <a:latin typeface="Arial MT"/>
                <a:cs typeface="Arial MT"/>
              </a:rPr>
              <a:t>of</a:t>
            </a:r>
            <a:r>
              <a:rPr dirty="0" sz="2300" spc="-15">
                <a:solidFill>
                  <a:srgbClr val="5B677B"/>
                </a:solidFill>
                <a:latin typeface="Arial MT"/>
                <a:cs typeface="Arial MT"/>
              </a:rPr>
              <a:t> </a:t>
            </a:r>
            <a:r>
              <a:rPr dirty="0" sz="2300" spc="-45">
                <a:solidFill>
                  <a:srgbClr val="565E70"/>
                </a:solidFill>
                <a:latin typeface="Arial MT"/>
                <a:cs typeface="Arial MT"/>
              </a:rPr>
              <a:t>the</a:t>
            </a:r>
            <a:r>
              <a:rPr dirty="0" sz="2300" spc="-195">
                <a:solidFill>
                  <a:srgbClr val="565E70"/>
                </a:solidFill>
                <a:latin typeface="Arial MT"/>
                <a:cs typeface="Arial MT"/>
              </a:rPr>
              <a:t> </a:t>
            </a:r>
            <a:r>
              <a:rPr dirty="0" sz="2300" spc="-70">
                <a:solidFill>
                  <a:srgbClr val="80899A"/>
                </a:solidFill>
                <a:latin typeface="Arial MT"/>
                <a:cs typeface="Arial MT"/>
              </a:rPr>
              <a:t>examination</a:t>
            </a:r>
            <a:r>
              <a:rPr dirty="0" sz="2300" spc="100">
                <a:solidFill>
                  <a:srgbClr val="80899A"/>
                </a:solidFill>
                <a:latin typeface="Arial MT"/>
                <a:cs typeface="Arial MT"/>
              </a:rPr>
              <a:t> </a:t>
            </a:r>
            <a:r>
              <a:rPr dirty="0" sz="2300" spc="-100">
                <a:solidFill>
                  <a:srgbClr val="7C8999"/>
                </a:solidFill>
                <a:latin typeface="Arial MT"/>
                <a:cs typeface="Arial MT"/>
              </a:rPr>
              <a:t>process.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5706" y="7837458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592412" y="7725938"/>
            <a:ext cx="960119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75">
                <a:solidFill>
                  <a:srgbClr val="697282"/>
                </a:solidFill>
                <a:latin typeface="Arial MT"/>
                <a:cs typeface="Arial MT"/>
              </a:rPr>
              <a:t>making.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14689" y="7742299"/>
            <a:ext cx="189547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25">
                <a:solidFill>
                  <a:srgbClr val="9AA3B5"/>
                </a:solidFill>
                <a:latin typeface="Arial MT"/>
                <a:cs typeface="Arial MT"/>
              </a:rPr>
              <a:t>dissatisfaction.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3643868"/>
            <a:ext cx="20088393" cy="577992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21705" y="10770614"/>
            <a:ext cx="1578610" cy="0"/>
          </a:xfrm>
          <a:custGeom>
            <a:avLst/>
            <a:gdLst/>
            <a:ahLst/>
            <a:cxnLst/>
            <a:rect l="l" t="t" r="r" b="b"/>
            <a:pathLst>
              <a:path w="1578609" h="0">
                <a:moveTo>
                  <a:pt x="0" y="0"/>
                </a:moveTo>
                <a:lnTo>
                  <a:pt x="1578486" y="0"/>
                </a:lnTo>
              </a:path>
            </a:pathLst>
          </a:custGeom>
          <a:ln w="23559">
            <a:solidFill>
              <a:srgbClr val="0008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89498" y="2045749"/>
            <a:ext cx="942975" cy="0"/>
          </a:xfrm>
          <a:custGeom>
            <a:avLst/>
            <a:gdLst/>
            <a:ahLst/>
            <a:cxnLst/>
            <a:rect l="l" t="t" r="r" b="b"/>
            <a:pathLst>
              <a:path w="942975" h="0">
                <a:moveTo>
                  <a:pt x="0" y="0"/>
                </a:moveTo>
                <a:lnTo>
                  <a:pt x="942379" y="0"/>
                </a:lnTo>
              </a:path>
            </a:pathLst>
          </a:custGeom>
          <a:ln w="54972">
            <a:solidFill>
              <a:srgbClr val="000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706" y="1162268"/>
            <a:ext cx="20080605" cy="793750"/>
          </a:xfrm>
          <a:custGeom>
            <a:avLst/>
            <a:gdLst/>
            <a:ahLst/>
            <a:cxnLst/>
            <a:rect l="l" t="t" r="r" b="b"/>
            <a:pathLst>
              <a:path w="20080605" h="793750">
                <a:moveTo>
                  <a:pt x="20080541" y="793169"/>
                </a:moveTo>
                <a:lnTo>
                  <a:pt x="0" y="79316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93169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110"/>
              </a:spcBef>
            </a:pPr>
            <a:r>
              <a:rPr dirty="0" spc="80"/>
              <a:t>Working:</a:t>
            </a:r>
            <a:r>
              <a:rPr dirty="0" spc="-140"/>
              <a:t> </a:t>
            </a:r>
            <a:r>
              <a:rPr dirty="0"/>
              <a:t>Unified</a:t>
            </a:r>
            <a:r>
              <a:rPr dirty="0" spc="-30"/>
              <a:t> </a:t>
            </a:r>
            <a:r>
              <a:rPr dirty="0" spc="140"/>
              <a:t>Gateway</a:t>
            </a:r>
            <a:r>
              <a:rPr dirty="0" spc="60"/>
              <a:t> </a:t>
            </a:r>
            <a:r>
              <a:rPr dirty="0" spc="-10"/>
              <a:t>Logic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58085" y="3698840"/>
            <a:ext cx="3308350" cy="322580"/>
          </a:xfrm>
          <a:prstGeom prst="rect">
            <a:avLst/>
          </a:prstGeom>
          <a:solidFill>
            <a:srgbClr val="01071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65"/>
              </a:lnSpc>
            </a:pPr>
            <a:r>
              <a:rPr dirty="0" sz="255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dirty="0" sz="2550" spc="5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50" spc="135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dirty="0" sz="2550" spc="-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50" spc="160">
                <a:solidFill>
                  <a:srgbClr val="FFFFFF"/>
                </a:solidFill>
                <a:latin typeface="Calibri"/>
                <a:cs typeface="Calibri"/>
              </a:rPr>
              <a:t>Entry</a:t>
            </a:r>
            <a:r>
              <a:rPr dirty="0" sz="25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50" spc="285">
                <a:solidFill>
                  <a:srgbClr val="FFFFFF"/>
                </a:solidFill>
                <a:latin typeface="Calibri"/>
                <a:cs typeface="Calibri"/>
              </a:rPr>
              <a:t>Page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450"/>
              <a:t>Working:</a:t>
            </a:r>
            <a:r>
              <a:rPr dirty="0" sz="6450" spc="-400"/>
              <a:t> </a:t>
            </a:r>
            <a:r>
              <a:rPr dirty="0" sz="6450" spc="65"/>
              <a:t>Intelligent</a:t>
            </a:r>
            <a:r>
              <a:rPr dirty="0" sz="6450" spc="75"/>
              <a:t> </a:t>
            </a:r>
            <a:r>
              <a:rPr dirty="0" sz="6450" spc="-10"/>
              <a:t>Routing</a:t>
            </a:r>
            <a:endParaRPr sz="6450"/>
          </a:p>
        </p:txBody>
      </p:sp>
      <p:sp>
        <p:nvSpPr>
          <p:cNvPr id="3" name="object 3"/>
          <p:cNvSpPr/>
          <p:nvPr/>
        </p:nvSpPr>
        <p:spPr>
          <a:xfrm>
            <a:off x="15706" y="2748607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19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498767" y="2652140"/>
            <a:ext cx="3992879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225">
                <a:solidFill>
                  <a:srgbClr val="FFFFFF"/>
                </a:solidFill>
                <a:latin typeface="Calibri"/>
                <a:cs typeface="Calibri"/>
              </a:rPr>
              <a:t>Dynamic</a:t>
            </a:r>
            <a:r>
              <a:rPr dirty="0" sz="255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50" spc="180">
                <a:solidFill>
                  <a:srgbClr val="FFFFFF"/>
                </a:solidFill>
                <a:latin typeface="Calibri"/>
                <a:cs typeface="Calibri"/>
              </a:rPr>
              <a:t>Redirection</a:t>
            </a:r>
            <a:r>
              <a:rPr dirty="0" sz="255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50" spc="110">
                <a:solidFill>
                  <a:srgbClr val="FFFFFF"/>
                </a:solidFill>
                <a:latin typeface="Calibri"/>
                <a:cs typeface="Calibri"/>
              </a:rPr>
              <a:t>Flow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89498" y="2045749"/>
            <a:ext cx="942975" cy="0"/>
          </a:xfrm>
          <a:custGeom>
            <a:avLst/>
            <a:gdLst/>
            <a:ahLst/>
            <a:cxnLst/>
            <a:rect l="l" t="t" r="r" b="b"/>
            <a:pathLst>
              <a:path w="942975" h="0">
                <a:moveTo>
                  <a:pt x="0" y="0"/>
                </a:moveTo>
                <a:lnTo>
                  <a:pt x="942379" y="0"/>
                </a:lnTo>
              </a:path>
            </a:pathLst>
          </a:custGeom>
          <a:ln w="54972">
            <a:solidFill>
              <a:srgbClr val="000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706" y="1162268"/>
            <a:ext cx="20080605" cy="793750"/>
          </a:xfrm>
          <a:custGeom>
            <a:avLst/>
            <a:gdLst/>
            <a:ahLst/>
            <a:cxnLst/>
            <a:rect l="l" t="t" r="r" b="b"/>
            <a:pathLst>
              <a:path w="20080605" h="793750">
                <a:moveTo>
                  <a:pt x="20080541" y="793169"/>
                </a:moveTo>
                <a:lnTo>
                  <a:pt x="0" y="79316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93169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90"/>
              </a:spcBef>
            </a:pPr>
            <a:r>
              <a:rPr dirty="0" sz="6450"/>
              <a:t>Working:</a:t>
            </a:r>
            <a:r>
              <a:rPr dirty="0" sz="6450" spc="45"/>
              <a:t> </a:t>
            </a:r>
            <a:r>
              <a:rPr dirty="0" sz="6450" spc="95"/>
              <a:t>Automated</a:t>
            </a:r>
            <a:r>
              <a:rPr dirty="0" sz="6450" spc="75"/>
              <a:t> </a:t>
            </a:r>
            <a:r>
              <a:rPr dirty="0" sz="6450" spc="-10"/>
              <a:t>Feedback</a:t>
            </a:r>
            <a:endParaRPr sz="6450"/>
          </a:p>
        </p:txBody>
      </p:sp>
      <p:grpSp>
        <p:nvGrpSpPr>
          <p:cNvPr id="5" name="object 5"/>
          <p:cNvGrpSpPr/>
          <p:nvPr/>
        </p:nvGrpSpPr>
        <p:grpSpPr>
          <a:xfrm>
            <a:off x="15706" y="4617660"/>
            <a:ext cx="20088860" cy="785495"/>
            <a:chOff x="15706" y="4617660"/>
            <a:chExt cx="20088860" cy="7854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94338" y="4649073"/>
              <a:ext cx="4209295" cy="722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74632" y="4617660"/>
              <a:ext cx="4209295" cy="7853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4926" y="4617660"/>
              <a:ext cx="4209295" cy="78531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4617660"/>
              <a:ext cx="20088393" cy="785316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15706" y="5779928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578944" y="5699822"/>
            <a:ext cx="234886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220">
                <a:solidFill>
                  <a:srgbClr val="FFFFFF"/>
                </a:solidFill>
                <a:latin typeface="Calibri"/>
                <a:cs typeface="Calibri"/>
              </a:rPr>
              <a:t>Instant</a:t>
            </a:r>
            <a:r>
              <a:rPr dirty="0" sz="2450" spc="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210">
                <a:solidFill>
                  <a:srgbClr val="FFFFFF"/>
                </a:solidFill>
                <a:latin typeface="Calibri"/>
                <a:cs typeface="Calibri"/>
              </a:rPr>
              <a:t>Scoring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11285" y="5683461"/>
            <a:ext cx="312737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229">
                <a:solidFill>
                  <a:srgbClr val="FFFFFF"/>
                </a:solidFill>
                <a:latin typeface="Calibri"/>
                <a:cs typeface="Calibri"/>
              </a:rPr>
              <a:t>Automated</a:t>
            </a:r>
            <a:r>
              <a:rPr dirty="0" sz="255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50" spc="114">
                <a:solidFill>
                  <a:srgbClr val="FFFFFF"/>
                </a:solidFill>
                <a:latin typeface="Calibri"/>
                <a:cs typeface="Calibri"/>
              </a:rPr>
              <a:t>Emailing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018359" y="5699822"/>
            <a:ext cx="311785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180">
                <a:solidFill>
                  <a:srgbClr val="FFFFFF"/>
                </a:solidFill>
                <a:latin typeface="Calibri"/>
                <a:cs typeface="Calibri"/>
              </a:rPr>
              <a:t>Reliable</a:t>
            </a:r>
            <a:r>
              <a:rPr dirty="0" sz="24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240">
                <a:solidFill>
                  <a:srgbClr val="FFFFFF"/>
                </a:solidFill>
                <a:latin typeface="Calibri"/>
                <a:cs typeface="Calibri"/>
              </a:rPr>
              <a:t>Persistence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706" y="6518126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590679" y="6439328"/>
            <a:ext cx="420624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175">
                <a:solidFill>
                  <a:srgbClr val="5B6477"/>
                </a:solidFill>
                <a:latin typeface="Arial MT"/>
                <a:cs typeface="Arial MT"/>
              </a:rPr>
              <a:t>The</a:t>
            </a:r>
            <a:r>
              <a:rPr dirty="0" sz="2200" spc="-70">
                <a:solidFill>
                  <a:srgbClr val="5B6477"/>
                </a:solidFill>
                <a:latin typeface="Arial MT"/>
                <a:cs typeface="Arial MT"/>
              </a:rPr>
              <a:t> </a:t>
            </a:r>
            <a:r>
              <a:rPr dirty="0" sz="2200" spc="-170">
                <a:solidFill>
                  <a:srgbClr val="050E21"/>
                </a:solidFill>
                <a:latin typeface="Arial MT"/>
                <a:cs typeface="Arial MT"/>
              </a:rPr>
              <a:t>momelJts</a:t>
            </a:r>
            <a:r>
              <a:rPr dirty="0" sz="2200" spc="30">
                <a:solidFill>
                  <a:srgbClr val="050E21"/>
                </a:solidFill>
                <a:latin typeface="Arial MT"/>
                <a:cs typeface="Arial MT"/>
              </a:rPr>
              <a:t> </a:t>
            </a:r>
            <a:r>
              <a:rPr dirty="0" sz="2200" spc="-320">
                <a:solidFill>
                  <a:srgbClr val="9CA5B5"/>
                </a:solidFill>
                <a:latin typeface="Arial MT"/>
                <a:cs typeface="Arial MT"/>
              </a:rPr>
              <a:t>a</a:t>
            </a:r>
            <a:r>
              <a:rPr dirty="0" sz="2200" spc="-25">
                <a:solidFill>
                  <a:srgbClr val="9CA5B5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838C9E"/>
                </a:solidFill>
                <a:latin typeface="Arial MT"/>
                <a:cs typeface="Arial MT"/>
              </a:rPr>
              <a:t>student</a:t>
            </a:r>
            <a:r>
              <a:rPr dirty="0" sz="2200" spc="15">
                <a:solidFill>
                  <a:srgbClr val="838C9E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646E7E"/>
                </a:solidFill>
                <a:latin typeface="Arial MT"/>
                <a:cs typeface="Arial MT"/>
              </a:rPr>
              <a:t>submits</a:t>
            </a:r>
            <a:r>
              <a:rPr dirty="0" sz="2200" spc="-90">
                <a:solidFill>
                  <a:srgbClr val="646E7E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576072"/>
                </a:solidFill>
                <a:latin typeface="Arial MT"/>
                <a:cs typeface="Arial MT"/>
              </a:rPr>
              <a:t>their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10747" y="6439328"/>
            <a:ext cx="435673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200">
                <a:solidFill>
                  <a:srgbClr val="80899A"/>
                </a:solidFill>
                <a:latin typeface="Arial MT"/>
                <a:cs typeface="Arial MT"/>
              </a:rPr>
              <a:t>UpolJ</a:t>
            </a:r>
            <a:r>
              <a:rPr dirty="0" sz="2200" spc="-65">
                <a:solidFill>
                  <a:srgbClr val="80899A"/>
                </a:solidFill>
                <a:latin typeface="Arial MT"/>
                <a:cs typeface="Arial MT"/>
              </a:rPr>
              <a:t> </a:t>
            </a:r>
            <a:r>
              <a:rPr dirty="0" sz="2200" spc="-155">
                <a:solidFill>
                  <a:srgbClr val="5B6475"/>
                </a:solidFill>
                <a:latin typeface="Arial MT"/>
                <a:cs typeface="Arial MT"/>
              </a:rPr>
              <a:t>exam</a:t>
            </a:r>
            <a:r>
              <a:rPr dirty="0" sz="2200" spc="-80">
                <a:solidFill>
                  <a:srgbClr val="5B6475"/>
                </a:solidFill>
                <a:latin typeface="Arial MT"/>
                <a:cs typeface="Arial MT"/>
              </a:rPr>
              <a:t> </a:t>
            </a:r>
            <a:r>
              <a:rPr dirty="0" sz="2200" spc="-105">
                <a:solidFill>
                  <a:srgbClr val="B1B1B1"/>
                </a:solidFill>
                <a:latin typeface="Arial MT"/>
                <a:cs typeface="Arial MT"/>
              </a:rPr>
              <a:t>expiry,</a:t>
            </a:r>
            <a:r>
              <a:rPr dirty="0" sz="2200" spc="-3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4B5267"/>
                </a:solidFill>
                <a:latin typeface="Arial MT"/>
                <a:cs typeface="Arial MT"/>
              </a:rPr>
              <a:t>the</a:t>
            </a:r>
            <a:r>
              <a:rPr dirty="0" sz="2200" spc="-70">
                <a:solidFill>
                  <a:srgbClr val="4B5267"/>
                </a:solidFill>
                <a:latin typeface="Arial MT"/>
                <a:cs typeface="Arial MT"/>
              </a:rPr>
              <a:t> </a:t>
            </a:r>
            <a:r>
              <a:rPr dirty="0" sz="2200" spc="-145">
                <a:solidFill>
                  <a:srgbClr val="99A1B3"/>
                </a:solidFill>
                <a:latin typeface="Arial MT"/>
                <a:cs typeface="Arial MT"/>
              </a:rPr>
              <a:t>system</a:t>
            </a:r>
            <a:r>
              <a:rPr dirty="0" sz="2200" spc="25">
                <a:solidFill>
                  <a:srgbClr val="99A1B3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B1B1B1"/>
                </a:solidFill>
                <a:latin typeface="Arial MT"/>
                <a:cs typeface="Arial MT"/>
              </a:rPr>
              <a:t>triggers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31741" y="6455689"/>
            <a:ext cx="423545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65">
                <a:solidFill>
                  <a:srgbClr val="546072"/>
                </a:solidFill>
                <a:latin typeface="Arial MT"/>
                <a:cs typeface="Arial MT"/>
              </a:rPr>
              <a:t>Using</a:t>
            </a:r>
            <a:r>
              <a:rPr dirty="0" sz="2050" spc="-145">
                <a:solidFill>
                  <a:srgbClr val="546072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99A1B3"/>
                </a:solidFill>
                <a:latin typeface="Arial MT"/>
                <a:cs typeface="Arial MT"/>
              </a:rPr>
              <a:t>F</a:t>
            </a:r>
            <a:r>
              <a:rPr dirty="0" sz="2050">
                <a:solidFill>
                  <a:srgbClr val="939CAF"/>
                </a:solidFill>
                <a:latin typeface="Arial MT"/>
                <a:cs typeface="Arial MT"/>
              </a:rPr>
              <a:t>ireb</a:t>
            </a:r>
            <a:r>
              <a:rPr dirty="0" sz="2050" spc="-365">
                <a:solidFill>
                  <a:srgbClr val="939CAF"/>
                </a:solidFill>
                <a:latin typeface="Arial MT"/>
                <a:cs typeface="Arial MT"/>
              </a:rPr>
              <a:t> </a:t>
            </a:r>
            <a:r>
              <a:rPr dirty="0" sz="2050" spc="-120">
                <a:solidFill>
                  <a:srgbClr val="8A93A5"/>
                </a:solidFill>
                <a:latin typeface="Arial MT"/>
                <a:cs typeface="Arial MT"/>
              </a:rPr>
              <a:t>ase,</a:t>
            </a:r>
            <a:r>
              <a:rPr dirty="0" sz="2050" spc="-30">
                <a:solidFill>
                  <a:srgbClr val="8A93A5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65E72"/>
                </a:solidFill>
                <a:latin typeface="Arial MT"/>
                <a:cs typeface="Arial MT"/>
              </a:rPr>
              <a:t>we</a:t>
            </a:r>
            <a:r>
              <a:rPr dirty="0" sz="2050" spc="-105">
                <a:solidFill>
                  <a:srgbClr val="565E72"/>
                </a:solidFill>
                <a:latin typeface="Arial MT"/>
                <a:cs typeface="Arial MT"/>
              </a:rPr>
              <a:t> </a:t>
            </a:r>
            <a:r>
              <a:rPr dirty="0" sz="2050" spc="-40">
                <a:solidFill>
                  <a:srgbClr val="B1B1B1"/>
                </a:solidFill>
                <a:latin typeface="Arial MT"/>
                <a:cs typeface="Arial MT"/>
              </a:rPr>
              <a:t>ensure</a:t>
            </a:r>
            <a:r>
              <a:rPr dirty="0" sz="205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050" spc="-70">
                <a:solidFill>
                  <a:srgbClr val="778091"/>
                </a:solidFill>
                <a:latin typeface="Arial MT"/>
                <a:cs typeface="Arial MT"/>
              </a:rPr>
              <a:t>scores</a:t>
            </a:r>
            <a:r>
              <a:rPr dirty="0" sz="2050" spc="-55">
                <a:solidFill>
                  <a:srgbClr val="778091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4B5464"/>
                </a:solidFill>
                <a:latin typeface="Arial MT"/>
                <a:cs typeface="Arial MT"/>
              </a:rPr>
              <a:t>are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706" y="6942197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591247" y="6847038"/>
            <a:ext cx="445833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40">
                <a:solidFill>
                  <a:srgbClr val="8993A3"/>
                </a:solidFill>
                <a:latin typeface="Calibri"/>
                <a:cs typeface="Calibri"/>
              </a:rPr>
              <a:t>quiz,</a:t>
            </a:r>
            <a:r>
              <a:rPr dirty="0" sz="2300" spc="-95">
                <a:solidFill>
                  <a:srgbClr val="8993A3"/>
                </a:solidFill>
                <a:latin typeface="Calibri"/>
                <a:cs typeface="Calibri"/>
              </a:rPr>
              <a:t> </a:t>
            </a:r>
            <a:r>
              <a:rPr dirty="0" sz="2300" spc="-105">
                <a:solidFill>
                  <a:srgbClr val="4F5B6D"/>
                </a:solidFill>
                <a:latin typeface="Calibri"/>
                <a:cs typeface="Calibri"/>
              </a:rPr>
              <a:t>the</a:t>
            </a:r>
            <a:r>
              <a:rPr dirty="0" sz="2300" spc="-60">
                <a:solidFill>
                  <a:srgbClr val="4F5B6D"/>
                </a:solidFill>
                <a:latin typeface="Calibri"/>
                <a:cs typeface="Calibri"/>
              </a:rPr>
              <a:t> </a:t>
            </a:r>
            <a:r>
              <a:rPr dirty="0" sz="2300" spc="-35">
                <a:solidFill>
                  <a:srgbClr val="575E70"/>
                </a:solidFill>
                <a:latin typeface="Calibri"/>
                <a:cs typeface="Calibri"/>
              </a:rPr>
              <a:t>backend</a:t>
            </a:r>
            <a:r>
              <a:rPr dirty="0" sz="2300" spc="-60">
                <a:solidFill>
                  <a:srgbClr val="575E70"/>
                </a:solidFill>
                <a:latin typeface="Calibri"/>
                <a:cs typeface="Calibri"/>
              </a:rPr>
              <a:t> </a:t>
            </a:r>
            <a:r>
              <a:rPr dirty="0" sz="2300" spc="-75">
                <a:solidFill>
                  <a:srgbClr val="566072"/>
                </a:solidFill>
                <a:latin typeface="Calibri"/>
                <a:cs typeface="Calibri"/>
              </a:rPr>
              <a:t>engine</a:t>
            </a:r>
            <a:r>
              <a:rPr dirty="0" sz="2300" spc="-55">
                <a:solidFill>
                  <a:srgbClr val="566072"/>
                </a:solidFill>
                <a:latin typeface="Calibri"/>
                <a:cs typeface="Calibri"/>
              </a:rPr>
              <a:t> </a:t>
            </a:r>
            <a:r>
              <a:rPr dirty="0" sz="2300" spc="-40">
                <a:solidFill>
                  <a:srgbClr val="4B5769"/>
                </a:solidFill>
                <a:latin typeface="Calibri"/>
                <a:cs typeface="Calibri"/>
              </a:rPr>
              <a:t>calculates</a:t>
            </a:r>
            <a:r>
              <a:rPr dirty="0" sz="2300" spc="-30">
                <a:solidFill>
                  <a:srgbClr val="4B5769"/>
                </a:solidFill>
                <a:latin typeface="Calibri"/>
                <a:cs typeface="Calibri"/>
              </a:rPr>
              <a:t> </a:t>
            </a:r>
            <a:r>
              <a:rPr dirty="0" sz="2300" spc="-25">
                <a:solidFill>
                  <a:srgbClr val="495466"/>
                </a:solidFill>
                <a:latin typeface="Calibri"/>
                <a:cs typeface="Calibri"/>
              </a:rPr>
              <a:t>the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11528" y="6847038"/>
            <a:ext cx="430085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80">
                <a:solidFill>
                  <a:srgbClr val="566072"/>
                </a:solidFill>
                <a:latin typeface="Calibri"/>
                <a:cs typeface="Calibri"/>
              </a:rPr>
              <a:t>an</a:t>
            </a:r>
            <a:r>
              <a:rPr dirty="0" sz="2300" spc="-114">
                <a:solidFill>
                  <a:srgbClr val="566072"/>
                </a:solidFill>
                <a:latin typeface="Calibri"/>
                <a:cs typeface="Calibri"/>
              </a:rPr>
              <a:t> </a:t>
            </a:r>
            <a:r>
              <a:rPr dirty="0" sz="2300" spc="-65">
                <a:solidFill>
                  <a:srgbClr val="505B6E"/>
                </a:solidFill>
                <a:latin typeface="Calibri"/>
                <a:cs typeface="Calibri"/>
              </a:rPr>
              <a:t>automated</a:t>
            </a:r>
            <a:r>
              <a:rPr dirty="0" sz="2300" spc="-45">
                <a:solidFill>
                  <a:srgbClr val="505B6E"/>
                </a:solidFill>
                <a:latin typeface="Calibri"/>
                <a:cs typeface="Calibri"/>
              </a:rPr>
              <a:t> </a:t>
            </a:r>
            <a:r>
              <a:rPr dirty="0" sz="2300" spc="-70">
                <a:solidFill>
                  <a:srgbClr val="7C899A"/>
                </a:solidFill>
                <a:latin typeface="Calibri"/>
                <a:cs typeface="Calibri"/>
              </a:rPr>
              <a:t>email</a:t>
            </a:r>
            <a:r>
              <a:rPr dirty="0" sz="2300" spc="-75">
                <a:solidFill>
                  <a:srgbClr val="7C899A"/>
                </a:solidFill>
                <a:latin typeface="Calibri"/>
                <a:cs typeface="Calibri"/>
              </a:rPr>
              <a:t> </a:t>
            </a:r>
            <a:r>
              <a:rPr dirty="0" sz="2300" spc="-55">
                <a:solidFill>
                  <a:srgbClr val="8A93A5"/>
                </a:solidFill>
                <a:latin typeface="Calibri"/>
                <a:cs typeface="Calibri"/>
              </a:rPr>
              <a:t>dispatch,</a:t>
            </a:r>
            <a:r>
              <a:rPr dirty="0" sz="2300" spc="15">
                <a:solidFill>
                  <a:srgbClr val="8A93A5"/>
                </a:solidFill>
                <a:latin typeface="Calibri"/>
                <a:cs typeface="Calibri"/>
              </a:rPr>
              <a:t> </a:t>
            </a:r>
            <a:r>
              <a:rPr dirty="0" sz="2300" spc="-35">
                <a:solidFill>
                  <a:srgbClr val="8E97A8"/>
                </a:solidFill>
                <a:latin typeface="Calibri"/>
                <a:cs typeface="Calibri"/>
              </a:rPr>
              <a:t>sending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032817" y="6847038"/>
            <a:ext cx="446659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20">
                <a:solidFill>
                  <a:srgbClr val="546072"/>
                </a:solidFill>
                <a:latin typeface="Calibri"/>
                <a:cs typeface="Calibri"/>
              </a:rPr>
              <a:t>saved</a:t>
            </a:r>
            <a:r>
              <a:rPr dirty="0" sz="2300" spc="-114">
                <a:solidFill>
                  <a:srgbClr val="546072"/>
                </a:solidFill>
                <a:latin typeface="Calibri"/>
                <a:cs typeface="Calibri"/>
              </a:rPr>
              <a:t> </a:t>
            </a:r>
            <a:r>
              <a:rPr dirty="0" sz="2300" spc="-55">
                <a:solidFill>
                  <a:srgbClr val="9CA8BA"/>
                </a:solidFill>
                <a:latin typeface="Calibri"/>
                <a:cs typeface="Calibri"/>
              </a:rPr>
              <a:t>permanently</a:t>
            </a:r>
            <a:r>
              <a:rPr dirty="0" sz="2300" spc="-15">
                <a:solidFill>
                  <a:srgbClr val="9CA8BA"/>
                </a:solidFill>
                <a:latin typeface="Calibri"/>
                <a:cs typeface="Calibri"/>
              </a:rPr>
              <a:t> </a:t>
            </a:r>
            <a:r>
              <a:rPr dirty="0" sz="2300" spc="-100">
                <a:solidFill>
                  <a:srgbClr val="5B6275"/>
                </a:solidFill>
                <a:latin typeface="Calibri"/>
                <a:cs typeface="Calibri"/>
              </a:rPr>
              <a:t>in</a:t>
            </a:r>
            <a:r>
              <a:rPr dirty="0" sz="2300" spc="-125">
                <a:solidFill>
                  <a:srgbClr val="5B6275"/>
                </a:solidFill>
                <a:latin typeface="Calibri"/>
                <a:cs typeface="Calibri"/>
              </a:rPr>
              <a:t> </a:t>
            </a:r>
            <a:r>
              <a:rPr dirty="0" sz="2300" spc="-65">
                <a:solidFill>
                  <a:srgbClr val="9AA3B5"/>
                </a:solidFill>
                <a:latin typeface="Calibri"/>
                <a:cs typeface="Calibri"/>
              </a:rPr>
              <a:t>real-</a:t>
            </a:r>
            <a:r>
              <a:rPr dirty="0" sz="2300" spc="-25">
                <a:solidFill>
                  <a:srgbClr val="9AA3B5"/>
                </a:solidFill>
                <a:latin typeface="Calibri"/>
                <a:cs typeface="Calibri"/>
              </a:rPr>
              <a:t>time.</a:t>
            </a:r>
            <a:r>
              <a:rPr dirty="0" sz="2300" spc="5">
                <a:solidFill>
                  <a:srgbClr val="9AA3B5"/>
                </a:solidFill>
                <a:latin typeface="Calibri"/>
                <a:cs typeface="Calibri"/>
              </a:rPr>
              <a:t> </a:t>
            </a:r>
            <a:r>
              <a:rPr dirty="0" sz="2300" spc="-50">
                <a:solidFill>
                  <a:srgbClr val="566072"/>
                </a:solidFill>
                <a:latin typeface="Calibri"/>
                <a:cs typeface="Calibri"/>
              </a:rPr>
              <a:t>even</a:t>
            </a:r>
            <a:r>
              <a:rPr dirty="0" sz="2300" spc="-80">
                <a:solidFill>
                  <a:srgbClr val="566072"/>
                </a:solidFill>
                <a:latin typeface="Calibri"/>
                <a:cs typeface="Calibri"/>
              </a:rPr>
              <a:t> </a:t>
            </a:r>
            <a:r>
              <a:rPr dirty="0" sz="2300" spc="-25">
                <a:solidFill>
                  <a:srgbClr val="97A1B3"/>
                </a:solidFill>
                <a:latin typeface="Calibri"/>
                <a:cs typeface="Calibri"/>
              </a:rPr>
              <a:t>if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5706" y="7366268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594843" y="7287470"/>
            <a:ext cx="410908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70">
                <a:solidFill>
                  <a:srgbClr val="051121"/>
                </a:solidFill>
                <a:latin typeface="Arial MT"/>
                <a:cs typeface="Arial MT"/>
              </a:rPr>
              <a:t>result </a:t>
            </a:r>
            <a:r>
              <a:rPr dirty="0" sz="2200" spc="-55">
                <a:solidFill>
                  <a:srgbClr val="959EAF"/>
                </a:solidFill>
                <a:latin typeface="Arial MT"/>
                <a:cs typeface="Arial MT"/>
              </a:rPr>
              <a:t>instantly</a:t>
            </a:r>
            <a:r>
              <a:rPr dirty="0" sz="2200" spc="60">
                <a:solidFill>
                  <a:srgbClr val="959EAF"/>
                </a:solidFill>
                <a:latin typeface="Arial MT"/>
                <a:cs typeface="Arial MT"/>
              </a:rPr>
              <a:t> </a:t>
            </a:r>
            <a:r>
              <a:rPr dirty="0" sz="2200" spc="-155">
                <a:solidFill>
                  <a:srgbClr val="5E697C"/>
                </a:solidFill>
                <a:latin typeface="Arial MT"/>
                <a:cs typeface="Arial MT"/>
              </a:rPr>
              <a:t>and</a:t>
            </a:r>
            <a:r>
              <a:rPr dirty="0" sz="2200" spc="-35">
                <a:solidFill>
                  <a:srgbClr val="5E697C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757E8E"/>
                </a:solidFill>
                <a:latin typeface="Arial MT"/>
                <a:cs typeface="Arial MT"/>
              </a:rPr>
              <a:t>renders</a:t>
            </a:r>
            <a:r>
              <a:rPr dirty="0" sz="2200" spc="-70">
                <a:solidFill>
                  <a:srgbClr val="757E8E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707989"/>
                </a:solidFill>
                <a:latin typeface="Arial MT"/>
                <a:cs typeface="Arial MT"/>
              </a:rPr>
              <a:t>it</a:t>
            </a:r>
            <a:r>
              <a:rPr dirty="0" sz="2200" spc="-145">
                <a:solidFill>
                  <a:srgbClr val="707989"/>
                </a:solidFill>
                <a:latin typeface="Arial MT"/>
                <a:cs typeface="Arial MT"/>
              </a:rPr>
              <a:t> </a:t>
            </a:r>
            <a:r>
              <a:rPr dirty="0" sz="2200" spc="-145">
                <a:solidFill>
                  <a:srgbClr val="576474"/>
                </a:solidFill>
                <a:latin typeface="Arial MT"/>
                <a:cs typeface="Arial MT"/>
              </a:rPr>
              <a:t>on</a:t>
            </a:r>
            <a:r>
              <a:rPr dirty="0" sz="2200" spc="-235">
                <a:solidFill>
                  <a:srgbClr val="576474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485264"/>
                </a:solidFill>
                <a:latin typeface="Arial MT"/>
                <a:cs typeface="Arial MT"/>
              </a:rPr>
              <a:t>the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11727" y="7271109"/>
            <a:ext cx="3919854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140">
                <a:solidFill>
                  <a:srgbClr val="4F5B6B"/>
                </a:solidFill>
                <a:latin typeface="Arial MT"/>
                <a:cs typeface="Arial MT"/>
              </a:rPr>
              <a:t>the</a:t>
            </a:r>
            <a:r>
              <a:rPr dirty="0" sz="2300" spc="-114">
                <a:solidFill>
                  <a:srgbClr val="4F5B6B"/>
                </a:solidFill>
                <a:latin typeface="Arial MT"/>
                <a:cs typeface="Arial MT"/>
              </a:rPr>
              <a:t> </a:t>
            </a:r>
            <a:r>
              <a:rPr dirty="0" sz="2300" spc="-85">
                <a:solidFill>
                  <a:srgbClr val="AFAFAF"/>
                </a:solidFill>
                <a:latin typeface="Arial MT"/>
                <a:cs typeface="Arial MT"/>
              </a:rPr>
              <a:t>final</a:t>
            </a:r>
            <a:r>
              <a:rPr dirty="0" sz="2300" spc="-18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300" spc="-135">
                <a:solidFill>
                  <a:srgbClr val="626E7E"/>
                </a:solidFill>
                <a:latin typeface="Arial MT"/>
                <a:cs typeface="Arial MT"/>
              </a:rPr>
              <a:t>rank</a:t>
            </a:r>
            <a:r>
              <a:rPr dirty="0" sz="2300" spc="-20">
                <a:solidFill>
                  <a:srgbClr val="626E7E"/>
                </a:solidFill>
                <a:latin typeface="Arial MT"/>
                <a:cs typeface="Arial MT"/>
              </a:rPr>
              <a:t> </a:t>
            </a:r>
            <a:r>
              <a:rPr dirty="0" sz="2300" spc="-229">
                <a:solidFill>
                  <a:srgbClr val="697587"/>
                </a:solidFill>
                <a:latin typeface="Arial MT"/>
                <a:cs typeface="Arial MT"/>
              </a:rPr>
              <a:t>and</a:t>
            </a:r>
            <a:r>
              <a:rPr dirty="0" sz="2300" spc="5">
                <a:solidFill>
                  <a:srgbClr val="697587"/>
                </a:solidFill>
                <a:latin typeface="Arial MT"/>
                <a:cs typeface="Arial MT"/>
              </a:rPr>
              <a:t> </a:t>
            </a:r>
            <a:r>
              <a:rPr dirty="0" sz="2300" spc="-155">
                <a:solidFill>
                  <a:srgbClr val="626B7C"/>
                </a:solidFill>
                <a:latin typeface="Arial MT"/>
                <a:cs typeface="Arial MT"/>
              </a:rPr>
              <a:t>scorecard</a:t>
            </a:r>
            <a:r>
              <a:rPr dirty="0" sz="2300" spc="110">
                <a:solidFill>
                  <a:srgbClr val="626B7C"/>
                </a:solidFill>
                <a:latin typeface="Arial MT"/>
                <a:cs typeface="Arial MT"/>
              </a:rPr>
              <a:t> </a:t>
            </a:r>
            <a:r>
              <a:rPr dirty="0" sz="2300" spc="-60">
                <a:solidFill>
                  <a:srgbClr val="545E70"/>
                </a:solidFill>
                <a:latin typeface="Arial MT"/>
                <a:cs typeface="Arial MT"/>
              </a:rPr>
              <a:t>to</a:t>
            </a:r>
            <a:r>
              <a:rPr dirty="0" sz="2300" spc="-229">
                <a:solidFill>
                  <a:srgbClr val="545E70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485264"/>
                </a:solidFill>
                <a:latin typeface="Arial MT"/>
                <a:cs typeface="Arial MT"/>
              </a:rPr>
              <a:t>the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031435" y="7271109"/>
            <a:ext cx="336867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140">
                <a:solidFill>
                  <a:srgbClr val="525B6B"/>
                </a:solidFill>
                <a:latin typeface="Arial MT"/>
                <a:cs typeface="Arial MT"/>
              </a:rPr>
              <a:t>the</a:t>
            </a:r>
            <a:r>
              <a:rPr dirty="0" sz="2300" spc="-165">
                <a:solidFill>
                  <a:srgbClr val="525B6B"/>
                </a:solidFill>
                <a:latin typeface="Arial MT"/>
                <a:cs typeface="Arial MT"/>
              </a:rPr>
              <a:t> </a:t>
            </a:r>
            <a:r>
              <a:rPr dirty="0" sz="2300" spc="-200">
                <a:solidFill>
                  <a:srgbClr val="000518"/>
                </a:solidFill>
                <a:latin typeface="Arial MT"/>
                <a:cs typeface="Arial MT"/>
              </a:rPr>
              <a:t>user</a:t>
            </a:r>
            <a:r>
              <a:rPr dirty="0" sz="2300" spc="90">
                <a:solidFill>
                  <a:srgbClr val="000518"/>
                </a:solidFill>
                <a:latin typeface="Arial MT"/>
                <a:cs typeface="Arial MT"/>
              </a:rPr>
              <a:t> </a:t>
            </a:r>
            <a:r>
              <a:rPr dirty="0" sz="2300" spc="-175">
                <a:solidFill>
                  <a:srgbClr val="727B8C"/>
                </a:solidFill>
                <a:latin typeface="Arial MT"/>
                <a:cs typeface="Arial MT"/>
              </a:rPr>
              <a:t>experiences</a:t>
            </a:r>
            <a:r>
              <a:rPr dirty="0" sz="2300" spc="10">
                <a:solidFill>
                  <a:srgbClr val="727B8C"/>
                </a:solidFill>
                <a:latin typeface="Arial MT"/>
                <a:cs typeface="Arial MT"/>
              </a:rPr>
              <a:t> </a:t>
            </a:r>
            <a:r>
              <a:rPr dirty="0" sz="2300" spc="-65">
                <a:solidFill>
                  <a:srgbClr val="626E80"/>
                </a:solidFill>
                <a:latin typeface="Arial MT"/>
                <a:cs typeface="Arial MT"/>
              </a:rPr>
              <a:t>network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5706" y="7790338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594052" y="7711541"/>
            <a:ext cx="233743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10">
                <a:solidFill>
                  <a:srgbClr val="677283"/>
                </a:solidFill>
                <a:latin typeface="Calibri"/>
                <a:cs typeface="Calibri"/>
              </a:rPr>
              <a:t>student's</a:t>
            </a:r>
            <a:r>
              <a:rPr dirty="0" sz="2200" spc="-95">
                <a:solidFill>
                  <a:srgbClr val="677283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5D6677"/>
                </a:solidFill>
                <a:latin typeface="Calibri"/>
                <a:cs typeface="Calibri"/>
              </a:rPr>
              <a:t>dashboard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13111" y="7695180"/>
            <a:ext cx="3354704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60">
                <a:solidFill>
                  <a:srgbClr val="677282"/>
                </a:solidFill>
                <a:latin typeface="Calibri"/>
                <a:cs typeface="Calibri"/>
              </a:rPr>
              <a:t>student's</a:t>
            </a:r>
            <a:r>
              <a:rPr dirty="0" sz="2300" spc="-75">
                <a:solidFill>
                  <a:srgbClr val="677282"/>
                </a:solidFill>
                <a:latin typeface="Calibri"/>
                <a:cs typeface="Calibri"/>
              </a:rPr>
              <a:t> </a:t>
            </a:r>
            <a:r>
              <a:rPr dirty="0" sz="2300" spc="-25">
                <a:solidFill>
                  <a:srgbClr val="5D6477"/>
                </a:solidFill>
                <a:latin typeface="Calibri"/>
                <a:cs typeface="Calibri"/>
              </a:rPr>
              <a:t>registered</a:t>
            </a:r>
            <a:r>
              <a:rPr dirty="0" sz="2300" spc="-10">
                <a:solidFill>
                  <a:srgbClr val="5D6477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62697C"/>
                </a:solidFill>
                <a:latin typeface="Calibri"/>
                <a:cs typeface="Calibri"/>
              </a:rPr>
              <a:t>add</a:t>
            </a:r>
            <a:r>
              <a:rPr dirty="0" sz="2300" spc="-10">
                <a:solidFill>
                  <a:srgbClr val="70798A"/>
                </a:solidFill>
                <a:latin typeface="Calibri"/>
                <a:cs typeface="Calibri"/>
              </a:rPr>
              <a:t>ress.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031293" y="7695180"/>
            <a:ext cx="350774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60">
                <a:solidFill>
                  <a:srgbClr val="707C8C"/>
                </a:solidFill>
                <a:latin typeface="Calibri"/>
                <a:cs typeface="Calibri"/>
              </a:rPr>
              <a:t>fluctuations</a:t>
            </a:r>
            <a:r>
              <a:rPr dirty="0" sz="2300" spc="-75">
                <a:solidFill>
                  <a:srgbClr val="707C8C"/>
                </a:solidFill>
                <a:latin typeface="Calibri"/>
                <a:cs typeface="Calibri"/>
              </a:rPr>
              <a:t> </a:t>
            </a:r>
            <a:r>
              <a:rPr dirty="0" sz="2300" spc="-35">
                <a:solidFill>
                  <a:srgbClr val="030F21"/>
                </a:solidFill>
                <a:latin typeface="Calibri"/>
                <a:cs typeface="Calibri"/>
              </a:rPr>
              <a:t>during</a:t>
            </a:r>
            <a:r>
              <a:rPr dirty="0" sz="2300" spc="-65">
                <a:solidFill>
                  <a:srgbClr val="030F21"/>
                </a:solidFill>
                <a:latin typeface="Calibri"/>
                <a:cs typeface="Calibri"/>
              </a:rPr>
              <a:t> </a:t>
            </a:r>
            <a:r>
              <a:rPr dirty="0" sz="2300" spc="-70">
                <a:solidFill>
                  <a:srgbClr val="6B7283"/>
                </a:solidFill>
                <a:latin typeface="Calibri"/>
                <a:cs typeface="Calibri"/>
              </a:rPr>
              <a:t>submission.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5706" y="10758834"/>
            <a:ext cx="20088860" cy="78740"/>
            <a:chOff x="15706" y="10758834"/>
            <a:chExt cx="20088860" cy="78740"/>
          </a:xfrm>
        </p:grpSpPr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10758834"/>
              <a:ext cx="20088393" cy="7853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06" y="10774541"/>
              <a:ext cx="20088393" cy="628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29559" y="10770614"/>
            <a:ext cx="1570990" cy="0"/>
          </a:xfrm>
          <a:custGeom>
            <a:avLst/>
            <a:gdLst/>
            <a:ahLst/>
            <a:cxnLst/>
            <a:rect l="l" t="t" r="r" b="b"/>
            <a:pathLst>
              <a:path w="1570990" h="0">
                <a:moveTo>
                  <a:pt x="0" y="0"/>
                </a:moveTo>
                <a:lnTo>
                  <a:pt x="1570632" y="0"/>
                </a:lnTo>
              </a:path>
            </a:pathLst>
          </a:custGeom>
          <a:ln w="23559">
            <a:solidFill>
              <a:srgbClr val="0008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89498" y="2045749"/>
            <a:ext cx="942975" cy="0"/>
          </a:xfrm>
          <a:custGeom>
            <a:avLst/>
            <a:gdLst/>
            <a:ahLst/>
            <a:cxnLst/>
            <a:rect l="l" t="t" r="r" b="b"/>
            <a:pathLst>
              <a:path w="942975" h="0">
                <a:moveTo>
                  <a:pt x="0" y="0"/>
                </a:moveTo>
                <a:lnTo>
                  <a:pt x="942379" y="0"/>
                </a:lnTo>
              </a:path>
            </a:pathLst>
          </a:custGeom>
          <a:ln w="54972">
            <a:solidFill>
              <a:srgbClr val="000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706" y="1162268"/>
            <a:ext cx="20080605" cy="793750"/>
          </a:xfrm>
          <a:custGeom>
            <a:avLst/>
            <a:gdLst/>
            <a:ahLst/>
            <a:cxnLst/>
            <a:rect l="l" t="t" r="r" b="b"/>
            <a:pathLst>
              <a:path w="20080605" h="793750">
                <a:moveTo>
                  <a:pt x="20080541" y="793169"/>
                </a:moveTo>
                <a:lnTo>
                  <a:pt x="0" y="79316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93169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90"/>
              </a:spcBef>
            </a:pPr>
            <a:r>
              <a:rPr dirty="0" sz="6450"/>
              <a:t>Technical</a:t>
            </a:r>
            <a:r>
              <a:rPr dirty="0" sz="6450" spc="-40"/>
              <a:t> </a:t>
            </a:r>
            <a:r>
              <a:rPr dirty="0" sz="6450"/>
              <a:t>Foundations</a:t>
            </a:r>
            <a:r>
              <a:rPr dirty="0" sz="6450" spc="300"/>
              <a:t> </a:t>
            </a:r>
            <a:r>
              <a:rPr dirty="0" sz="6450" spc="254"/>
              <a:t>&amp;</a:t>
            </a:r>
            <a:r>
              <a:rPr dirty="0" sz="6450" spc="-600"/>
              <a:t> </a:t>
            </a:r>
            <a:r>
              <a:rPr dirty="0" sz="6450" spc="90"/>
              <a:t>Mopping</a:t>
            </a:r>
            <a:endParaRPr sz="6450"/>
          </a:p>
        </p:txBody>
      </p:sp>
      <p:sp>
        <p:nvSpPr>
          <p:cNvPr id="6" name="object 6"/>
          <p:cNvSpPr/>
          <p:nvPr/>
        </p:nvSpPr>
        <p:spPr>
          <a:xfrm>
            <a:off x="15706" y="4193589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706" y="4947493"/>
            <a:ext cx="20080605" cy="353695"/>
          </a:xfrm>
          <a:custGeom>
            <a:avLst/>
            <a:gdLst/>
            <a:ahLst/>
            <a:cxnLst/>
            <a:rect l="l" t="t" r="r" b="b"/>
            <a:pathLst>
              <a:path w="20080605" h="353695">
                <a:moveTo>
                  <a:pt x="20080541" y="353392"/>
                </a:moveTo>
                <a:lnTo>
                  <a:pt x="0" y="35339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53392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15706" y="5512921"/>
            <a:ext cx="20080605" cy="1154430"/>
            <a:chOff x="15706" y="5512921"/>
            <a:chExt cx="20080605" cy="115443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7721" y="5905579"/>
              <a:ext cx="3620308" cy="47118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5706" y="5512921"/>
              <a:ext cx="20080605" cy="1154430"/>
            </a:xfrm>
            <a:custGeom>
              <a:avLst/>
              <a:gdLst/>
              <a:ahLst/>
              <a:cxnLst/>
              <a:rect l="l" t="t" r="r" b="b"/>
              <a:pathLst>
                <a:path w="20080605" h="1154429">
                  <a:moveTo>
                    <a:pt x="20080541" y="1154415"/>
                  </a:moveTo>
                  <a:lnTo>
                    <a:pt x="0" y="1154415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1154415"/>
                  </a:lnTo>
                  <a:close/>
                </a:path>
              </a:pathLst>
            </a:custGeom>
            <a:solidFill>
              <a:srgbClr val="0007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90"/>
              <a:t>Mopping</a:t>
            </a:r>
            <a:r>
              <a:rPr dirty="0" spc="30"/>
              <a:t> </a:t>
            </a:r>
            <a:r>
              <a:rPr dirty="0" spc="70"/>
              <a:t>to</a:t>
            </a:r>
            <a:r>
              <a:rPr dirty="0" spc="215"/>
              <a:t> </a:t>
            </a:r>
            <a:r>
              <a:rPr dirty="0" spc="114"/>
              <a:t>Java</a:t>
            </a:r>
            <a:r>
              <a:rPr dirty="0" spc="-80"/>
              <a:t> </a:t>
            </a:r>
            <a:r>
              <a:rPr dirty="0" spc="85"/>
              <a:t>Curriculum</a:t>
            </a:r>
          </a:p>
          <a:p>
            <a:pPr marL="59690">
              <a:lnSpc>
                <a:spcPct val="100000"/>
              </a:lnSpc>
              <a:spcBef>
                <a:spcPts val="2725"/>
              </a:spcBef>
              <a:tabLst>
                <a:tab pos="562610" algn="l"/>
              </a:tabLst>
            </a:pPr>
            <a:r>
              <a:rPr dirty="0" sz="2950" spc="30">
                <a:solidFill>
                  <a:srgbClr val="3ABAF4"/>
                </a:solidFill>
                <a:latin typeface="Calibri"/>
                <a:cs typeface="Calibri"/>
              </a:rPr>
              <a:t>ž</a:t>
            </a:r>
            <a:r>
              <a:rPr dirty="0" sz="2950">
                <a:solidFill>
                  <a:srgbClr val="3ABAF4"/>
                </a:solidFill>
                <a:latin typeface="Calibri"/>
                <a:cs typeface="Calibri"/>
              </a:rPr>
              <a:t>	</a:t>
            </a:r>
            <a:r>
              <a:rPr dirty="0" sz="2950">
                <a:solidFill>
                  <a:srgbClr val="E8E8E8"/>
                </a:solidFill>
                <a:latin typeface="Calibri"/>
                <a:cs typeface="Calibri"/>
              </a:rPr>
              <a:t>Memory</a:t>
            </a:r>
            <a:r>
              <a:rPr dirty="0" sz="2950" spc="-10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E6E6E6"/>
                </a:solidFill>
                <a:latin typeface="Calibri"/>
                <a:cs typeface="Calibri"/>
              </a:rPr>
              <a:t>Mastery:</a:t>
            </a:r>
            <a:r>
              <a:rPr dirty="0" sz="2950" spc="35">
                <a:solidFill>
                  <a:srgbClr val="E6E6E6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E8E8E8"/>
                </a:solidFill>
                <a:latin typeface="Calibri"/>
                <a:cs typeface="Calibri"/>
              </a:rPr>
              <a:t>Efficient</a:t>
            </a:r>
            <a:r>
              <a:rPr dirty="0" sz="2950" spc="70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DFDFDF"/>
                </a:solidFill>
                <a:latin typeface="Calibri"/>
                <a:cs typeface="Calibri"/>
              </a:rPr>
              <a:t>Stack/Heap</a:t>
            </a:r>
            <a:r>
              <a:rPr dirty="0" sz="2950" spc="1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E1E1E1"/>
                </a:solidFill>
                <a:latin typeface="Calibri"/>
                <a:cs typeface="Calibri"/>
              </a:rPr>
              <a:t>management</a:t>
            </a:r>
            <a:endParaRPr sz="2950">
              <a:latin typeface="Calibri"/>
              <a:cs typeface="Calibri"/>
            </a:endParaRPr>
          </a:p>
          <a:p>
            <a:pPr marL="567690">
              <a:lnSpc>
                <a:spcPct val="100000"/>
              </a:lnSpc>
              <a:spcBef>
                <a:spcPts val="760"/>
              </a:spcBef>
            </a:pPr>
            <a:r>
              <a:rPr dirty="0" sz="3100" spc="-105">
                <a:solidFill>
                  <a:srgbClr val="DFDFDF"/>
                </a:solidFill>
                <a:latin typeface="Calibri"/>
                <a:cs typeface="Calibri"/>
              </a:rPr>
              <a:t>during</a:t>
            </a:r>
            <a:r>
              <a:rPr dirty="0" sz="3100" spc="-9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3100" spc="-55">
                <a:solidFill>
                  <a:srgbClr val="DFDFDF"/>
                </a:solidFill>
                <a:latin typeface="Calibri"/>
                <a:cs typeface="Calibri"/>
              </a:rPr>
              <a:t>live </a:t>
            </a:r>
            <a:r>
              <a:rPr dirty="0" sz="3100" spc="-110">
                <a:solidFill>
                  <a:srgbClr val="DFDFDF"/>
                </a:solidFill>
                <a:latin typeface="Calibri"/>
                <a:cs typeface="Calibri"/>
              </a:rPr>
              <a:t>question</a:t>
            </a:r>
            <a:r>
              <a:rPr dirty="0" sz="3100" spc="-9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3100" spc="-10">
                <a:solidFill>
                  <a:srgbClr val="E2E2E2"/>
                </a:solidFill>
                <a:latin typeface="Calibri"/>
                <a:cs typeface="Calibri"/>
              </a:rPr>
              <a:t>fetching.</a:t>
            </a:r>
            <a:endParaRPr sz="3100">
              <a:latin typeface="Calibri"/>
              <a:cs typeface="Calibri"/>
            </a:endParaRPr>
          </a:p>
          <a:p>
            <a:pPr marL="57785">
              <a:lnSpc>
                <a:spcPct val="100000"/>
              </a:lnSpc>
              <a:spcBef>
                <a:spcPts val="2615"/>
              </a:spcBef>
              <a:tabLst>
                <a:tab pos="562610" algn="l"/>
              </a:tabLst>
            </a:pPr>
            <a:r>
              <a:rPr dirty="0" sz="2950" spc="-50">
                <a:solidFill>
                  <a:srgbClr val="2DAEE4"/>
                </a:solidFill>
                <a:latin typeface="Calibri"/>
                <a:cs typeface="Calibri"/>
              </a:rPr>
              <a:t>7</a:t>
            </a:r>
            <a:r>
              <a:rPr dirty="0" sz="2950">
                <a:solidFill>
                  <a:srgbClr val="2DAEE4"/>
                </a:solidFill>
                <a:latin typeface="Calibri"/>
                <a:cs typeface="Calibri"/>
              </a:rPr>
              <a:t>	</a:t>
            </a:r>
            <a:r>
              <a:rPr dirty="0" sz="2950">
                <a:solidFill>
                  <a:srgbClr val="EBEBEB"/>
                </a:solidFill>
                <a:latin typeface="Calibri"/>
                <a:cs typeface="Calibri"/>
              </a:rPr>
              <a:t>Defensive</a:t>
            </a:r>
            <a:r>
              <a:rPr dirty="0" sz="2950" spc="85">
                <a:solidFill>
                  <a:srgbClr val="EBEBEB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E4E4E4"/>
                </a:solidFill>
                <a:latin typeface="Calibri"/>
                <a:cs typeface="Calibri"/>
              </a:rPr>
              <a:t>Programming:</a:t>
            </a:r>
            <a:r>
              <a:rPr dirty="0" sz="2950" spc="165">
                <a:solidFill>
                  <a:srgbClr val="E4E4E4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E8E8E8"/>
                </a:solidFill>
                <a:latin typeface="Calibri"/>
                <a:cs typeface="Calibri"/>
              </a:rPr>
              <a:t>Robust</a:t>
            </a:r>
            <a:r>
              <a:rPr dirty="0" sz="2950" spc="175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dirty="0" sz="2950" spc="155">
                <a:solidFill>
                  <a:srgbClr val="E2E2E2"/>
                </a:solidFill>
                <a:latin typeface="Calibri"/>
                <a:cs typeface="Calibri"/>
              </a:rPr>
              <a:t>t</a:t>
            </a:r>
            <a:r>
              <a:rPr dirty="0" sz="2950" spc="155">
                <a:solidFill>
                  <a:srgbClr val="E4E4E4"/>
                </a:solidFill>
                <a:latin typeface="Calibri"/>
                <a:cs typeface="Calibri"/>
              </a:rPr>
              <a:t>ry-</a:t>
            </a:r>
            <a:r>
              <a:rPr dirty="0" sz="2950" spc="125">
                <a:solidFill>
                  <a:srgbClr val="E4E4E4"/>
                </a:solidFill>
                <a:latin typeface="Calibri"/>
                <a:cs typeface="Calibri"/>
              </a:rPr>
              <a:t>catch</a:t>
            </a:r>
            <a:r>
              <a:rPr dirty="0" sz="2950" spc="-95">
                <a:solidFill>
                  <a:srgbClr val="E4E4E4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E1E1E1"/>
                </a:solidFill>
                <a:latin typeface="Calibri"/>
                <a:cs typeface="Calibri"/>
              </a:rPr>
              <a:t>blocks</a:t>
            </a:r>
            <a:r>
              <a:rPr dirty="0" sz="2950" spc="114">
                <a:solidFill>
                  <a:srgbClr val="E1E1E1"/>
                </a:solidFill>
                <a:latin typeface="Calibri"/>
                <a:cs typeface="Calibri"/>
              </a:rPr>
              <a:t> </a:t>
            </a:r>
            <a:r>
              <a:rPr dirty="0" sz="2950" spc="-25">
                <a:solidFill>
                  <a:srgbClr val="DFDFDF"/>
                </a:solidFill>
                <a:latin typeface="Calibri"/>
                <a:cs typeface="Calibri"/>
              </a:rPr>
              <a:t>to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706" y="6722308"/>
            <a:ext cx="20080605" cy="510540"/>
          </a:xfrm>
          <a:custGeom>
            <a:avLst/>
            <a:gdLst/>
            <a:ahLst/>
            <a:cxnLst/>
            <a:rect l="l" t="t" r="r" b="b"/>
            <a:pathLst>
              <a:path w="20080605" h="510540">
                <a:moveTo>
                  <a:pt x="20080541" y="510455"/>
                </a:moveTo>
                <a:lnTo>
                  <a:pt x="0" y="51045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10455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493860" y="6765235"/>
            <a:ext cx="4898390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204">
                <a:solidFill>
                  <a:srgbClr val="F6F6F6"/>
                </a:solidFill>
                <a:latin typeface="Arial MT"/>
                <a:cs typeface="Arial MT"/>
              </a:rPr>
              <a:t>handle</a:t>
            </a:r>
            <a:r>
              <a:rPr dirty="0" sz="2950" spc="-2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dirty="0" sz="2950" spc="-165">
                <a:solidFill>
                  <a:srgbClr val="DFDFDF"/>
                </a:solidFill>
                <a:latin typeface="Arial MT"/>
                <a:cs typeface="Arial MT"/>
              </a:rPr>
              <a:t>cloud</a:t>
            </a:r>
            <a:r>
              <a:rPr dirty="0" sz="2950" spc="-20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950" spc="-95">
                <a:solidFill>
                  <a:srgbClr val="E2E2E2"/>
                </a:solidFill>
                <a:latin typeface="Arial MT"/>
                <a:cs typeface="Arial MT"/>
              </a:rPr>
              <a:t>connectivity</a:t>
            </a:r>
            <a:r>
              <a:rPr dirty="0" sz="295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950" spc="-165">
                <a:solidFill>
                  <a:srgbClr val="E2E2E2"/>
                </a:solidFill>
                <a:latin typeface="Arial MT"/>
                <a:cs typeface="Arial MT"/>
              </a:rPr>
              <a:t>issues.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97775" y="6644164"/>
            <a:ext cx="466407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45">
                <a:solidFill>
                  <a:srgbClr val="B5B5B5"/>
                </a:solidFill>
                <a:latin typeface="Arial MT"/>
                <a:cs typeface="Arial MT"/>
              </a:rPr>
              <a:t>Automated</a:t>
            </a:r>
            <a:r>
              <a:rPr dirty="0" sz="2050" spc="-110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 spc="-114">
                <a:solidFill>
                  <a:srgbClr val="4B5667"/>
                </a:solidFill>
                <a:latin typeface="Arial MT"/>
                <a:cs typeface="Arial MT"/>
              </a:rPr>
              <a:t>Grade</a:t>
            </a:r>
            <a:r>
              <a:rPr dirty="0" sz="2050" spc="-90">
                <a:solidFill>
                  <a:srgbClr val="4B5667"/>
                </a:solidFill>
                <a:latin typeface="Arial MT"/>
                <a:cs typeface="Arial MT"/>
              </a:rPr>
              <a:t> </a:t>
            </a:r>
            <a:r>
              <a:rPr dirty="0" sz="2050" spc="-55">
                <a:solidFill>
                  <a:srgbClr val="9AA5B6"/>
                </a:solidFill>
                <a:latin typeface="Arial MT"/>
                <a:cs typeface="Arial MT"/>
              </a:rPr>
              <a:t>Calculation</a:t>
            </a:r>
            <a:r>
              <a:rPr dirty="0" sz="2050" spc="40">
                <a:solidFill>
                  <a:srgbClr val="9AA5B6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B5B5B5"/>
                </a:solidFill>
                <a:latin typeface="Arial MT"/>
                <a:cs typeface="Arial MT"/>
              </a:rPr>
              <a:t>Architecture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706" y="7664687"/>
            <a:ext cx="20080605" cy="353695"/>
          </a:xfrm>
          <a:custGeom>
            <a:avLst/>
            <a:gdLst/>
            <a:ahLst/>
            <a:cxnLst/>
            <a:rect l="l" t="t" r="r" b="b"/>
            <a:pathLst>
              <a:path w="20080605" h="353695">
                <a:moveTo>
                  <a:pt x="20080541" y="353392"/>
                </a:moveTo>
                <a:lnTo>
                  <a:pt x="0" y="35339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53392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706" y="8214409"/>
            <a:ext cx="20080605" cy="353695"/>
          </a:xfrm>
          <a:custGeom>
            <a:avLst/>
            <a:gdLst/>
            <a:ahLst/>
            <a:cxnLst/>
            <a:rect l="l" t="t" r="r" b="b"/>
            <a:pathLst>
              <a:path w="20080605" h="353695">
                <a:moveTo>
                  <a:pt x="20080541" y="353392"/>
                </a:moveTo>
                <a:lnTo>
                  <a:pt x="0" y="35339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53392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87310" y="7430820"/>
            <a:ext cx="7477759" cy="1143635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  <a:tabLst>
                <a:tab pos="521334" algn="l"/>
              </a:tabLst>
            </a:pPr>
            <a:r>
              <a:rPr dirty="0" sz="2950" spc="-50">
                <a:solidFill>
                  <a:srgbClr val="41CAFF"/>
                </a:solidFill>
                <a:latin typeface="Calibri"/>
                <a:cs typeface="Calibri"/>
              </a:rPr>
              <a:t>Ş</a:t>
            </a:r>
            <a:r>
              <a:rPr dirty="0" sz="2950">
                <a:solidFill>
                  <a:srgbClr val="41CAFF"/>
                </a:solidFill>
                <a:latin typeface="Calibri"/>
                <a:cs typeface="Calibri"/>
              </a:rPr>
              <a:t>	</a:t>
            </a:r>
            <a:r>
              <a:rPr dirty="0" sz="2950" spc="55">
                <a:solidFill>
                  <a:srgbClr val="F0F0F0"/>
                </a:solidFill>
                <a:latin typeface="Calibri"/>
                <a:cs typeface="Calibri"/>
              </a:rPr>
              <a:t>Abstraction:</a:t>
            </a:r>
            <a:r>
              <a:rPr dirty="0" sz="2950" spc="100">
                <a:solidFill>
                  <a:srgbClr val="F0F0F0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DFDFDF"/>
                </a:solidFill>
                <a:latin typeface="Calibri"/>
                <a:cs typeface="Calibri"/>
              </a:rPr>
              <a:t>Hiding</a:t>
            </a:r>
            <a:r>
              <a:rPr dirty="0" sz="2950" spc="-114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2950" spc="-60">
                <a:solidFill>
                  <a:srgbClr val="E6E6E6"/>
                </a:solidFill>
                <a:latin typeface="Calibri"/>
                <a:cs typeface="Calibri"/>
              </a:rPr>
              <a:t>complex</a:t>
            </a:r>
            <a:r>
              <a:rPr dirty="0" sz="2950" spc="70">
                <a:solidFill>
                  <a:srgbClr val="E6E6E6"/>
                </a:solidFill>
                <a:latin typeface="Calibri"/>
                <a:cs typeface="Calibri"/>
              </a:rPr>
              <a:t> </a:t>
            </a:r>
            <a:r>
              <a:rPr dirty="0" sz="2950" spc="90">
                <a:solidFill>
                  <a:srgbClr val="E8E8E8"/>
                </a:solidFill>
                <a:latin typeface="Calibri"/>
                <a:cs typeface="Calibri"/>
              </a:rPr>
              <a:t>NoSQL</a:t>
            </a:r>
            <a:r>
              <a:rPr dirty="0" sz="2950" spc="-75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DFDFDF"/>
                </a:solidFill>
                <a:latin typeface="Calibri"/>
                <a:cs typeface="Calibri"/>
              </a:rPr>
              <a:t>database</a:t>
            </a:r>
            <a:endParaRPr sz="2950">
              <a:latin typeface="Calibri"/>
              <a:cs typeface="Calibri"/>
            </a:endParaRPr>
          </a:p>
          <a:p>
            <a:pPr marL="523240">
              <a:lnSpc>
                <a:spcPct val="100000"/>
              </a:lnSpc>
              <a:spcBef>
                <a:spcPts val="940"/>
              </a:spcBef>
            </a:pPr>
            <a:r>
              <a:rPr dirty="0" sz="2800" spc="-60">
                <a:solidFill>
                  <a:srgbClr val="DFDFDF"/>
                </a:solidFill>
                <a:latin typeface="Arial MT"/>
                <a:cs typeface="Arial MT"/>
              </a:rPr>
              <a:t>queries</a:t>
            </a:r>
            <a:r>
              <a:rPr dirty="0" sz="2800" spc="-10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800" spc="-100">
                <a:solidFill>
                  <a:srgbClr val="DDDDDD"/>
                </a:solidFill>
                <a:latin typeface="Arial MT"/>
                <a:cs typeface="Arial MT"/>
              </a:rPr>
              <a:t>behind</a:t>
            </a:r>
            <a:r>
              <a:rPr dirty="0" sz="2800" spc="-9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800" spc="-85">
                <a:solidFill>
                  <a:srgbClr val="DFDFDF"/>
                </a:solidFill>
                <a:latin typeface="Arial MT"/>
                <a:cs typeface="Arial MT"/>
              </a:rPr>
              <a:t>simple</a:t>
            </a:r>
            <a:r>
              <a:rPr dirty="0" sz="2800" spc="-9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800" spc="-85">
                <a:solidFill>
                  <a:srgbClr val="DBDBDB"/>
                </a:solidFill>
                <a:latin typeface="Arial MT"/>
                <a:cs typeface="Arial MT"/>
              </a:rPr>
              <a:t>User</a:t>
            </a:r>
            <a:r>
              <a:rPr dirty="0" sz="2800" spc="-5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E4E4E4"/>
                </a:solidFill>
                <a:latin typeface="Arial MT"/>
                <a:cs typeface="Arial MT"/>
              </a:rPr>
              <a:t>Interfaces.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4067938"/>
            <a:ext cx="20088393" cy="38323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89498" y="2045749"/>
            <a:ext cx="942975" cy="0"/>
          </a:xfrm>
          <a:custGeom>
            <a:avLst/>
            <a:gdLst/>
            <a:ahLst/>
            <a:cxnLst/>
            <a:rect l="l" t="t" r="r" b="b"/>
            <a:pathLst>
              <a:path w="942975" h="0">
                <a:moveTo>
                  <a:pt x="0" y="0"/>
                </a:moveTo>
                <a:lnTo>
                  <a:pt x="942379" y="0"/>
                </a:lnTo>
              </a:path>
            </a:pathLst>
          </a:custGeom>
          <a:ln w="54972">
            <a:solidFill>
              <a:srgbClr val="000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706" y="1162268"/>
            <a:ext cx="20080605" cy="793750"/>
          </a:xfrm>
          <a:custGeom>
            <a:avLst/>
            <a:gdLst/>
            <a:ahLst/>
            <a:cxnLst/>
            <a:rect l="l" t="t" r="r" b="b"/>
            <a:pathLst>
              <a:path w="20080605" h="793750">
                <a:moveTo>
                  <a:pt x="20080541" y="793169"/>
                </a:moveTo>
                <a:lnTo>
                  <a:pt x="0" y="79316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93169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43180">
              <a:lnSpc>
                <a:spcPct val="100000"/>
              </a:lnSpc>
              <a:spcBef>
                <a:spcPts val="110"/>
              </a:spcBef>
            </a:pPr>
            <a:r>
              <a:rPr dirty="0" spc="80"/>
              <a:t>Visual</a:t>
            </a:r>
            <a:r>
              <a:rPr dirty="0" spc="-350"/>
              <a:t> </a:t>
            </a:r>
            <a:r>
              <a:rPr dirty="0" spc="185"/>
              <a:t>Interface</a:t>
            </a:r>
            <a:r>
              <a:rPr dirty="0" spc="-175"/>
              <a:t> </a:t>
            </a:r>
            <a:r>
              <a:rPr dirty="0" spc="175"/>
              <a:t>Wolkthrough</a:t>
            </a:r>
          </a:p>
        </p:txBody>
      </p:sp>
      <p:sp>
        <p:nvSpPr>
          <p:cNvPr id="6" name="object 6"/>
          <p:cNvSpPr/>
          <p:nvPr/>
        </p:nvSpPr>
        <p:spPr>
          <a:xfrm>
            <a:off x="15706" y="8230116"/>
            <a:ext cx="20080605" cy="353695"/>
          </a:xfrm>
          <a:custGeom>
            <a:avLst/>
            <a:gdLst/>
            <a:ahLst/>
            <a:cxnLst/>
            <a:rect l="l" t="t" r="r" b="b"/>
            <a:pathLst>
              <a:path w="20080605" h="353695">
                <a:moveTo>
                  <a:pt x="20080541" y="353392"/>
                </a:moveTo>
                <a:lnTo>
                  <a:pt x="0" y="35339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53392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533116" y="8115979"/>
            <a:ext cx="2575560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60">
                <a:solidFill>
                  <a:srgbClr val="48B8F6"/>
                </a:solidFill>
                <a:latin typeface="Calibri"/>
                <a:cs typeface="Calibri"/>
              </a:rPr>
              <a:t>Access</a:t>
            </a:r>
            <a:r>
              <a:rPr dirty="0" sz="2950" spc="135">
                <a:solidFill>
                  <a:srgbClr val="48B8F6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44BFE4"/>
                </a:solidFill>
                <a:latin typeface="Calibri"/>
                <a:cs typeface="Calibri"/>
              </a:rPr>
              <a:t>Gate</a:t>
            </a:r>
            <a:r>
              <a:rPr dirty="0" sz="2950" spc="100">
                <a:solidFill>
                  <a:srgbClr val="44BFE4"/>
                </a:solidFill>
                <a:latin typeface="Calibri"/>
                <a:cs typeface="Calibri"/>
              </a:rPr>
              <a:t> </a:t>
            </a:r>
            <a:r>
              <a:rPr dirty="0" sz="2950" spc="-125">
                <a:solidFill>
                  <a:srgbClr val="44BFE4"/>
                </a:solidFill>
                <a:latin typeface="Calibri"/>
                <a:cs typeface="Calibri"/>
              </a:rPr>
              <a:t>way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47212" y="8132340"/>
            <a:ext cx="2003425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70">
                <a:solidFill>
                  <a:srgbClr val="4FBFDA"/>
                </a:solidFill>
                <a:latin typeface="Calibri"/>
                <a:cs typeface="Calibri"/>
              </a:rPr>
              <a:t>Teacher</a:t>
            </a:r>
            <a:r>
              <a:rPr dirty="0" sz="2800" spc="60">
                <a:solidFill>
                  <a:srgbClr val="4FBFDA"/>
                </a:solidFill>
                <a:latin typeface="Calibri"/>
                <a:cs typeface="Calibri"/>
              </a:rPr>
              <a:t> </a:t>
            </a:r>
            <a:r>
              <a:rPr dirty="0" sz="2800" spc="140">
                <a:solidFill>
                  <a:srgbClr val="42BDF9"/>
                </a:solidFill>
                <a:latin typeface="Calibri"/>
                <a:cs typeface="Calibri"/>
              </a:rPr>
              <a:t>Hub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588994" y="8115979"/>
            <a:ext cx="3339465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>
                <a:solidFill>
                  <a:srgbClr val="56BAD8"/>
                </a:solidFill>
                <a:latin typeface="Calibri"/>
                <a:cs typeface="Calibri"/>
              </a:rPr>
              <a:t>Student</a:t>
            </a:r>
            <a:r>
              <a:rPr dirty="0" sz="2950" spc="185">
                <a:solidFill>
                  <a:srgbClr val="56BAD8"/>
                </a:solidFill>
                <a:latin typeface="Calibri"/>
                <a:cs typeface="Calibri"/>
              </a:rPr>
              <a:t> </a:t>
            </a:r>
            <a:r>
              <a:rPr dirty="0" sz="2950" spc="60">
                <a:solidFill>
                  <a:srgbClr val="5BB3DA"/>
                </a:solidFill>
                <a:latin typeface="Calibri"/>
                <a:cs typeface="Calibri"/>
              </a:rPr>
              <a:t>Exam</a:t>
            </a:r>
            <a:r>
              <a:rPr dirty="0" sz="2950" spc="105">
                <a:solidFill>
                  <a:srgbClr val="5BB3DA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4FBAF2"/>
                </a:solidFill>
                <a:latin typeface="Calibri"/>
                <a:cs typeface="Calibri"/>
              </a:rPr>
              <a:t>Engine</a:t>
            </a:r>
            <a:endParaRPr sz="29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706" y="10758834"/>
            <a:ext cx="20088860" cy="78740"/>
            <a:chOff x="15706" y="10758834"/>
            <a:chExt cx="20088860" cy="7874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10758834"/>
              <a:ext cx="20088393" cy="785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10774541"/>
              <a:ext cx="20088393" cy="628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2230298"/>
            <a:ext cx="20088393" cy="128791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073052" y="10778467"/>
            <a:ext cx="4020820" cy="0"/>
          </a:xfrm>
          <a:custGeom>
            <a:avLst/>
            <a:gdLst/>
            <a:ahLst/>
            <a:cxnLst/>
            <a:rect l="l" t="t" r="r" b="b"/>
            <a:pathLst>
              <a:path w="4020820" h="0">
                <a:moveTo>
                  <a:pt x="0" y="0"/>
                </a:moveTo>
                <a:lnTo>
                  <a:pt x="4020820" y="0"/>
                </a:lnTo>
              </a:path>
            </a:pathLst>
          </a:custGeom>
          <a:ln w="23559">
            <a:solidFill>
              <a:srgbClr val="000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706" y="4209295"/>
            <a:ext cx="20080605" cy="762000"/>
          </a:xfrm>
          <a:custGeom>
            <a:avLst/>
            <a:gdLst/>
            <a:ahLst/>
            <a:cxnLst/>
            <a:rect l="l" t="t" r="r" b="b"/>
            <a:pathLst>
              <a:path w="20080605" h="762000">
                <a:moveTo>
                  <a:pt x="20080541" y="761756"/>
                </a:moveTo>
                <a:lnTo>
                  <a:pt x="0" y="76175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61756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474994" y="3904065"/>
            <a:ext cx="5072380" cy="126238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100" spc="-35"/>
              <a:t>Conclusion</a:t>
            </a:r>
            <a:endParaRPr sz="8100"/>
          </a:p>
        </p:txBody>
      </p:sp>
      <p:sp>
        <p:nvSpPr>
          <p:cNvPr id="6" name="object 6"/>
          <p:cNvSpPr/>
          <p:nvPr/>
        </p:nvSpPr>
        <p:spPr>
          <a:xfrm>
            <a:off x="15706" y="5952698"/>
            <a:ext cx="20080605" cy="432434"/>
          </a:xfrm>
          <a:custGeom>
            <a:avLst/>
            <a:gdLst/>
            <a:ahLst/>
            <a:cxnLst/>
            <a:rect l="l" t="t" r="r" b="b"/>
            <a:pathLst>
              <a:path w="20080605" h="432435">
                <a:moveTo>
                  <a:pt x="20080541" y="431924"/>
                </a:moveTo>
                <a:lnTo>
                  <a:pt x="0" y="43192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31924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706" y="6659483"/>
            <a:ext cx="20080605" cy="432434"/>
          </a:xfrm>
          <a:custGeom>
            <a:avLst/>
            <a:gdLst/>
            <a:ahLst/>
            <a:cxnLst/>
            <a:rect l="l" t="t" r="r" b="b"/>
            <a:pathLst>
              <a:path w="20080605" h="432434">
                <a:moveTo>
                  <a:pt x="20080541" y="431924"/>
                </a:moveTo>
                <a:lnTo>
                  <a:pt x="0" y="43192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31924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706" y="7366268"/>
            <a:ext cx="20080605" cy="432434"/>
          </a:xfrm>
          <a:custGeom>
            <a:avLst/>
            <a:gdLst/>
            <a:ahLst/>
            <a:cxnLst/>
            <a:rect l="l" t="t" r="r" b="b"/>
            <a:pathLst>
              <a:path w="20080605" h="432434">
                <a:moveTo>
                  <a:pt x="20080541" y="431924"/>
                </a:moveTo>
                <a:lnTo>
                  <a:pt x="0" y="43192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31924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706" y="8057346"/>
            <a:ext cx="20080605" cy="432434"/>
          </a:xfrm>
          <a:custGeom>
            <a:avLst/>
            <a:gdLst/>
            <a:ahLst/>
            <a:cxnLst/>
            <a:rect l="l" t="t" r="r" b="b"/>
            <a:pathLst>
              <a:path w="20080605" h="432434">
                <a:moveTo>
                  <a:pt x="20080541" y="431924"/>
                </a:moveTo>
                <a:lnTo>
                  <a:pt x="0" y="43192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31924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747117" y="5620466"/>
            <a:ext cx="12579350" cy="288226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algn="ctr" marL="12700" marR="5080" indent="63500">
              <a:lnSpc>
                <a:spcPct val="125600"/>
              </a:lnSpc>
              <a:spcBef>
                <a:spcPts val="434"/>
              </a:spcBef>
            </a:pPr>
            <a:r>
              <a:rPr dirty="0" sz="3700" spc="-155" i="1">
                <a:solidFill>
                  <a:srgbClr val="EBEBEB"/>
                </a:solidFill>
                <a:latin typeface="Arial"/>
                <a:cs typeface="Arial"/>
              </a:rPr>
              <a:t>”Our</a:t>
            </a:r>
            <a:r>
              <a:rPr dirty="0" sz="3700" spc="-215" i="1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dirty="0" sz="3700" spc="-155" i="1">
                <a:solidFill>
                  <a:srgbClr val="E6E6E6"/>
                </a:solidFill>
                <a:latin typeface="Arial"/>
                <a:cs typeface="Arial"/>
              </a:rPr>
              <a:t>Onfine</a:t>
            </a:r>
            <a:r>
              <a:rPr dirty="0" sz="3700" spc="-235" i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3700" spc="-120" i="1">
                <a:solidFill>
                  <a:srgbClr val="E8E8E8"/>
                </a:solidFill>
                <a:latin typeface="Arial"/>
                <a:cs typeface="Arial"/>
              </a:rPr>
              <a:t>Quiz</a:t>
            </a:r>
            <a:r>
              <a:rPr dirty="0" sz="3700" spc="-380" i="1">
                <a:solidFill>
                  <a:srgbClr val="E8E8E8"/>
                </a:solidFill>
                <a:latin typeface="Arial"/>
                <a:cs typeface="Arial"/>
              </a:rPr>
              <a:t> </a:t>
            </a:r>
            <a:r>
              <a:rPr dirty="0" sz="3700" spc="-160" i="1">
                <a:solidFill>
                  <a:srgbClr val="E6E6E6"/>
                </a:solidFill>
                <a:latin typeface="Arial"/>
                <a:cs typeface="Arial"/>
              </a:rPr>
              <a:t>Appfication</a:t>
            </a:r>
            <a:r>
              <a:rPr dirty="0" sz="3700" spc="-90" i="1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dirty="0" sz="3700" spc="-229" i="1">
                <a:solidFill>
                  <a:srgbClr val="E2E2E2"/>
                </a:solidFill>
                <a:latin typeface="Arial"/>
                <a:cs typeface="Arial"/>
              </a:rPr>
              <a:t>successfuffy</a:t>
            </a:r>
            <a:r>
              <a:rPr dirty="0" sz="3700" spc="-35" i="1">
                <a:solidFill>
                  <a:srgbClr val="E2E2E2"/>
                </a:solidFill>
                <a:latin typeface="Arial"/>
                <a:cs typeface="Arial"/>
              </a:rPr>
              <a:t> </a:t>
            </a:r>
            <a:r>
              <a:rPr dirty="0" sz="3700" spc="-210" i="1">
                <a:solidFill>
                  <a:srgbClr val="EBEBEB"/>
                </a:solidFill>
                <a:latin typeface="Arial"/>
                <a:cs typeface="Arial"/>
              </a:rPr>
              <a:t>impfements</a:t>
            </a:r>
            <a:r>
              <a:rPr dirty="0" sz="3700" spc="65" i="1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dirty="0" sz="3700" spc="-10" i="1">
                <a:solidFill>
                  <a:srgbClr val="EBEBEB"/>
                </a:solidFill>
                <a:latin typeface="Arial"/>
                <a:cs typeface="Arial"/>
              </a:rPr>
              <a:t>modern </a:t>
            </a:r>
            <a:r>
              <a:rPr dirty="0" sz="3450" i="1">
                <a:solidFill>
                  <a:srgbClr val="E8E8E8"/>
                </a:solidFill>
                <a:latin typeface="Arial"/>
                <a:cs typeface="Arial"/>
              </a:rPr>
              <a:t>Object-Orientedparadigms</a:t>
            </a:r>
            <a:r>
              <a:rPr dirty="0" sz="3450" spc="-285" i="1">
                <a:solidFill>
                  <a:srgbClr val="E8E8E8"/>
                </a:solidFill>
                <a:latin typeface="Arial"/>
                <a:cs typeface="Arial"/>
              </a:rPr>
              <a:t> </a:t>
            </a:r>
            <a:r>
              <a:rPr dirty="0" sz="3450" spc="65" i="1">
                <a:solidFill>
                  <a:srgbClr val="DDDDDD"/>
                </a:solidFill>
                <a:latin typeface="Arial"/>
                <a:cs typeface="Arial"/>
              </a:rPr>
              <a:t>to</a:t>
            </a:r>
            <a:r>
              <a:rPr dirty="0" sz="3450" spc="-140" i="1">
                <a:solidFill>
                  <a:srgbClr val="DDDDDD"/>
                </a:solidFill>
                <a:latin typeface="Arial"/>
                <a:cs typeface="Arial"/>
              </a:rPr>
              <a:t> </a:t>
            </a:r>
            <a:r>
              <a:rPr dirty="0" sz="3450" i="1">
                <a:solidFill>
                  <a:srgbClr val="E9E9E9"/>
                </a:solidFill>
                <a:latin typeface="Arial"/>
                <a:cs typeface="Arial"/>
              </a:rPr>
              <a:t>buifd</a:t>
            </a:r>
            <a:r>
              <a:rPr dirty="0" sz="3450" spc="-110" i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3450" spc="-105" i="1">
                <a:solidFill>
                  <a:srgbClr val="E1E1E1"/>
                </a:solidFill>
                <a:latin typeface="Arial"/>
                <a:cs typeface="Arial"/>
              </a:rPr>
              <a:t>a</a:t>
            </a:r>
            <a:r>
              <a:rPr dirty="0" sz="3450" spc="-375" i="1">
                <a:solidFill>
                  <a:srgbClr val="E1E1E1"/>
                </a:solidFill>
                <a:latin typeface="Arial"/>
                <a:cs typeface="Arial"/>
              </a:rPr>
              <a:t> </a:t>
            </a:r>
            <a:r>
              <a:rPr dirty="0" sz="3450" spc="-85" i="1">
                <a:solidFill>
                  <a:srgbClr val="E4E4E4"/>
                </a:solidFill>
                <a:latin typeface="Arial"/>
                <a:cs typeface="Arial"/>
              </a:rPr>
              <a:t>secure,</a:t>
            </a:r>
            <a:r>
              <a:rPr dirty="0" sz="3450" spc="-10" i="1">
                <a:solidFill>
                  <a:srgbClr val="E4E4E4"/>
                </a:solidFill>
                <a:latin typeface="Arial"/>
                <a:cs typeface="Arial"/>
              </a:rPr>
              <a:t> </a:t>
            </a:r>
            <a:r>
              <a:rPr dirty="0" sz="3450" spc="-75" i="1">
                <a:solidFill>
                  <a:srgbClr val="E2E2E2"/>
                </a:solidFill>
                <a:latin typeface="Arial"/>
                <a:cs typeface="Arial"/>
              </a:rPr>
              <a:t>fast,</a:t>
            </a:r>
            <a:r>
              <a:rPr dirty="0" sz="3450" spc="-200" i="1">
                <a:solidFill>
                  <a:srgbClr val="E2E2E2"/>
                </a:solidFill>
                <a:latin typeface="Arial"/>
                <a:cs typeface="Arial"/>
              </a:rPr>
              <a:t> </a:t>
            </a:r>
            <a:r>
              <a:rPr dirty="0" sz="3450" spc="-50" i="1">
                <a:solidFill>
                  <a:srgbClr val="E2E2E2"/>
                </a:solidFill>
                <a:latin typeface="Arial"/>
                <a:cs typeface="Arial"/>
              </a:rPr>
              <a:t>and</a:t>
            </a:r>
            <a:r>
              <a:rPr dirty="0" sz="3450" spc="-140" i="1">
                <a:solidFill>
                  <a:srgbClr val="E2E2E2"/>
                </a:solidFill>
                <a:latin typeface="Arial"/>
                <a:cs typeface="Arial"/>
              </a:rPr>
              <a:t> </a:t>
            </a:r>
            <a:r>
              <a:rPr dirty="0" sz="3450" spc="-10" i="1">
                <a:solidFill>
                  <a:srgbClr val="EBEBEB"/>
                </a:solidFill>
                <a:latin typeface="Arial"/>
                <a:cs typeface="Arial"/>
              </a:rPr>
              <a:t>automated </a:t>
            </a:r>
            <a:r>
              <a:rPr dirty="0" sz="3850" spc="-260" i="1">
                <a:solidFill>
                  <a:srgbClr val="EFEFEF"/>
                </a:solidFill>
                <a:latin typeface="Arial"/>
                <a:cs typeface="Arial"/>
              </a:rPr>
              <a:t>educationaf</a:t>
            </a:r>
            <a:r>
              <a:rPr dirty="0" sz="3850" spc="225" i="1">
                <a:solidFill>
                  <a:srgbClr val="EFEFEF"/>
                </a:solidFill>
                <a:latin typeface="Arial"/>
                <a:cs typeface="Arial"/>
              </a:rPr>
              <a:t> </a:t>
            </a:r>
            <a:r>
              <a:rPr dirty="0" sz="3850" spc="-320" i="1">
                <a:solidFill>
                  <a:srgbClr val="EDEDED"/>
                </a:solidFill>
                <a:latin typeface="Arial"/>
                <a:cs typeface="Arial"/>
              </a:rPr>
              <a:t>ecosystem.</a:t>
            </a:r>
            <a:r>
              <a:rPr dirty="0" sz="3850" spc="40" i="1">
                <a:solidFill>
                  <a:srgbClr val="EDEDED"/>
                </a:solidFill>
                <a:latin typeface="Arial"/>
                <a:cs typeface="Arial"/>
              </a:rPr>
              <a:t> </a:t>
            </a:r>
            <a:r>
              <a:rPr dirty="0" sz="3850" spc="60" i="1">
                <a:solidFill>
                  <a:srgbClr val="DDDDDD"/>
                </a:solidFill>
                <a:latin typeface="Arial"/>
                <a:cs typeface="Arial"/>
              </a:rPr>
              <a:t>It</a:t>
            </a:r>
            <a:r>
              <a:rPr dirty="0" sz="3850" spc="-370" i="1">
                <a:solidFill>
                  <a:srgbClr val="DDDDDD"/>
                </a:solidFill>
                <a:latin typeface="Arial"/>
                <a:cs typeface="Arial"/>
              </a:rPr>
              <a:t> </a:t>
            </a:r>
            <a:r>
              <a:rPr dirty="0" sz="3850" spc="-254" i="1">
                <a:solidFill>
                  <a:srgbClr val="E8E8E8"/>
                </a:solidFill>
                <a:latin typeface="Arial"/>
                <a:cs typeface="Arial"/>
              </a:rPr>
              <a:t>proves</a:t>
            </a:r>
            <a:r>
              <a:rPr dirty="0" sz="3850" spc="-204" i="1">
                <a:solidFill>
                  <a:srgbClr val="E8E8E8"/>
                </a:solidFill>
                <a:latin typeface="Arial"/>
                <a:cs typeface="Arial"/>
              </a:rPr>
              <a:t> </a:t>
            </a:r>
            <a:r>
              <a:rPr dirty="0" sz="3850" spc="-125" i="1">
                <a:solidFill>
                  <a:srgbClr val="E1E1E1"/>
                </a:solidFill>
                <a:latin typeface="Arial"/>
                <a:cs typeface="Arial"/>
              </a:rPr>
              <a:t>that</a:t>
            </a:r>
            <a:r>
              <a:rPr dirty="0" sz="3850" spc="-459" i="1">
                <a:solidFill>
                  <a:srgbClr val="E1E1E1"/>
                </a:solidFill>
                <a:latin typeface="Arial"/>
                <a:cs typeface="Arial"/>
              </a:rPr>
              <a:t> </a:t>
            </a:r>
            <a:r>
              <a:rPr dirty="0" sz="3850" spc="-370" i="1">
                <a:solidFill>
                  <a:srgbClr val="E2E2E2"/>
                </a:solidFill>
                <a:latin typeface="Arial"/>
                <a:cs typeface="Arial"/>
              </a:rPr>
              <a:t>Java </a:t>
            </a:r>
            <a:r>
              <a:rPr dirty="0" sz="3850" spc="-285" i="1">
                <a:solidFill>
                  <a:srgbClr val="DFDFDF"/>
                </a:solidFill>
                <a:latin typeface="Arial"/>
                <a:cs typeface="Arial"/>
              </a:rPr>
              <a:t>and</a:t>
            </a:r>
            <a:r>
              <a:rPr dirty="0" sz="3850" spc="-355" i="1">
                <a:solidFill>
                  <a:srgbClr val="DFDFDF"/>
                </a:solidFill>
                <a:latin typeface="Arial"/>
                <a:cs typeface="Arial"/>
              </a:rPr>
              <a:t> </a:t>
            </a:r>
            <a:r>
              <a:rPr dirty="0" sz="3850" spc="-275" i="1">
                <a:solidFill>
                  <a:srgbClr val="E1E1E1"/>
                </a:solidFill>
                <a:latin typeface="Arial"/>
                <a:cs typeface="Arial"/>
              </a:rPr>
              <a:t>Cfoud</a:t>
            </a:r>
            <a:r>
              <a:rPr dirty="0" sz="3850" spc="-114" i="1">
                <a:solidFill>
                  <a:srgbClr val="E1E1E1"/>
                </a:solidFill>
                <a:latin typeface="Arial"/>
                <a:cs typeface="Arial"/>
              </a:rPr>
              <a:t> </a:t>
            </a:r>
            <a:r>
              <a:rPr dirty="0" sz="3850" spc="-265" i="1">
                <a:solidFill>
                  <a:srgbClr val="E8E8E8"/>
                </a:solidFill>
                <a:latin typeface="Arial"/>
                <a:cs typeface="Arial"/>
              </a:rPr>
              <a:t>technofogies </a:t>
            </a:r>
            <a:r>
              <a:rPr dirty="0" sz="3700" spc="-265" i="1">
                <a:solidFill>
                  <a:srgbClr val="DFDFDF"/>
                </a:solidFill>
                <a:latin typeface="Arial"/>
                <a:cs typeface="Arial"/>
              </a:rPr>
              <a:t>can</a:t>
            </a:r>
            <a:r>
              <a:rPr dirty="0" sz="3700" spc="-229" i="1">
                <a:solidFill>
                  <a:srgbClr val="DFDFDF"/>
                </a:solidFill>
                <a:latin typeface="Arial"/>
                <a:cs typeface="Arial"/>
              </a:rPr>
              <a:t> </a:t>
            </a:r>
            <a:r>
              <a:rPr dirty="0" sz="3700" spc="-110" i="1">
                <a:solidFill>
                  <a:srgbClr val="E8E8E8"/>
                </a:solidFill>
                <a:latin typeface="Arial"/>
                <a:cs typeface="Arial"/>
              </a:rPr>
              <a:t>revofutionize</a:t>
            </a:r>
            <a:r>
              <a:rPr dirty="0" sz="3700" spc="-40" i="1">
                <a:solidFill>
                  <a:srgbClr val="E8E8E8"/>
                </a:solidFill>
                <a:latin typeface="Arial"/>
                <a:cs typeface="Arial"/>
              </a:rPr>
              <a:t> </a:t>
            </a:r>
            <a:r>
              <a:rPr dirty="0" sz="3700" spc="-225" i="1">
                <a:solidFill>
                  <a:srgbClr val="EDEDED"/>
                </a:solidFill>
                <a:latin typeface="Arial"/>
                <a:cs typeface="Arial"/>
              </a:rPr>
              <a:t>fegacyassessment</a:t>
            </a:r>
            <a:r>
              <a:rPr dirty="0" sz="3700" spc="-180" i="1">
                <a:solidFill>
                  <a:srgbClr val="EDEDED"/>
                </a:solidFill>
                <a:latin typeface="Arial"/>
                <a:cs typeface="Arial"/>
              </a:rPr>
              <a:t> </a:t>
            </a:r>
            <a:r>
              <a:rPr dirty="0" sz="3700" spc="-10" i="1">
                <a:solidFill>
                  <a:srgbClr val="E8E8E8"/>
                </a:solidFill>
                <a:latin typeface="Arial"/>
                <a:cs typeface="Arial"/>
              </a:rPr>
              <a:t>workłiows.”</a:t>
            </a:r>
            <a:endParaRPr sz="3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2952789"/>
            <a:ext cx="20088393" cy="574851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266733" y="10770614"/>
            <a:ext cx="1633855" cy="0"/>
          </a:xfrm>
          <a:custGeom>
            <a:avLst/>
            <a:gdLst/>
            <a:ahLst/>
            <a:cxnLst/>
            <a:rect l="l" t="t" r="r" b="b"/>
            <a:pathLst>
              <a:path w="1633854" h="0">
                <a:moveTo>
                  <a:pt x="0" y="0"/>
                </a:moveTo>
                <a:lnTo>
                  <a:pt x="1633458" y="0"/>
                </a:lnTo>
              </a:path>
            </a:pathLst>
          </a:custGeom>
          <a:ln w="23559">
            <a:solidFill>
              <a:srgbClr val="0008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89498" y="2045749"/>
            <a:ext cx="942975" cy="0"/>
          </a:xfrm>
          <a:custGeom>
            <a:avLst/>
            <a:gdLst/>
            <a:ahLst/>
            <a:cxnLst/>
            <a:rect l="l" t="t" r="r" b="b"/>
            <a:pathLst>
              <a:path w="942975" h="0">
                <a:moveTo>
                  <a:pt x="0" y="0"/>
                </a:moveTo>
                <a:lnTo>
                  <a:pt x="942379" y="0"/>
                </a:lnTo>
              </a:path>
            </a:pathLst>
          </a:custGeom>
          <a:ln w="54972">
            <a:solidFill>
              <a:srgbClr val="000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706" y="1162268"/>
            <a:ext cx="20080605" cy="777875"/>
          </a:xfrm>
          <a:custGeom>
            <a:avLst/>
            <a:gdLst/>
            <a:ahLst/>
            <a:cxnLst/>
            <a:rect l="l" t="t" r="r" b="b"/>
            <a:pathLst>
              <a:path w="20080605" h="777875">
                <a:moveTo>
                  <a:pt x="20080541" y="777463"/>
                </a:moveTo>
                <a:lnTo>
                  <a:pt x="0" y="77746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77463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Future</a:t>
            </a:r>
            <a:r>
              <a:rPr dirty="0" spc="-80"/>
              <a:t> </a:t>
            </a:r>
            <a:r>
              <a:rPr dirty="0" spc="-50"/>
              <a:t>Scope</a:t>
            </a:r>
            <a:r>
              <a:rPr dirty="0" spc="-220"/>
              <a:t> </a:t>
            </a:r>
            <a:r>
              <a:rPr dirty="0" spc="375"/>
              <a:t>&amp;</a:t>
            </a:r>
            <a:r>
              <a:rPr dirty="0" spc="-565"/>
              <a:t> </a:t>
            </a:r>
            <a:r>
              <a:rPr dirty="0" spc="114"/>
              <a:t>Evolutionary</a:t>
            </a:r>
            <a:r>
              <a:rPr dirty="0" spc="-30"/>
              <a:t> </a:t>
            </a:r>
            <a:r>
              <a:rPr dirty="0" spc="-10"/>
              <a:t>Horizons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65939" y="3510364"/>
            <a:ext cx="3282950" cy="322580"/>
          </a:xfrm>
          <a:prstGeom prst="rect">
            <a:avLst/>
          </a:prstGeom>
          <a:solidFill>
            <a:srgbClr val="01071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45"/>
              </a:lnSpc>
            </a:pPr>
            <a:r>
              <a:rPr dirty="0" sz="2450" spc="235">
                <a:solidFill>
                  <a:srgbClr val="FFFFFF"/>
                </a:solidFill>
                <a:latin typeface="Calibri"/>
                <a:cs typeface="Calibri"/>
              </a:rPr>
              <a:t>Upcoming</a:t>
            </a:r>
            <a:r>
              <a:rPr dirty="0" sz="2450" spc="1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180">
                <a:solidFill>
                  <a:srgbClr val="FFFFFF"/>
                </a:solidFill>
                <a:latin typeface="Calibri"/>
                <a:cs typeface="Calibri"/>
              </a:rPr>
              <a:t>Milestones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706" y="9706510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007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090542" y="9627713"/>
            <a:ext cx="7880984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114">
                <a:solidFill>
                  <a:srgbClr val="4BB3CC"/>
                </a:solidFill>
                <a:latin typeface="Arial MT"/>
                <a:cs typeface="Arial MT"/>
              </a:rPr>
              <a:t>T</a:t>
            </a:r>
            <a:r>
              <a:rPr dirty="0" sz="2200" spc="-250">
                <a:solidFill>
                  <a:srgbClr val="4BB3CC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8B3E2"/>
                </a:solidFill>
                <a:latin typeface="Arial MT"/>
                <a:cs typeface="Arial MT"/>
              </a:rPr>
              <a:t>H</a:t>
            </a:r>
            <a:r>
              <a:rPr dirty="0" sz="2200" spc="-225">
                <a:solidFill>
                  <a:srgbClr val="48B3E2"/>
                </a:solidFill>
                <a:latin typeface="Arial MT"/>
                <a:cs typeface="Arial MT"/>
              </a:rPr>
              <a:t> </a:t>
            </a:r>
            <a:r>
              <a:rPr dirty="0" sz="2200" spc="-35">
                <a:solidFill>
                  <a:srgbClr val="003441"/>
                </a:solidFill>
                <a:latin typeface="Arial MT"/>
                <a:cs typeface="Arial MT"/>
              </a:rPr>
              <a:t>A</a:t>
            </a:r>
            <a:r>
              <a:rPr dirty="0" sz="2200" spc="-250">
                <a:solidFill>
                  <a:srgbClr val="003441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BBACA"/>
                </a:solidFill>
                <a:latin typeface="Arial MT"/>
                <a:cs typeface="Arial MT"/>
              </a:rPr>
              <a:t>N</a:t>
            </a:r>
            <a:r>
              <a:rPr dirty="0" sz="2200" spc="-260">
                <a:solidFill>
                  <a:srgbClr val="4BBACA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FB8DB"/>
                </a:solidFill>
                <a:latin typeface="Arial MT"/>
                <a:cs typeface="Arial MT"/>
              </a:rPr>
              <a:t>K</a:t>
            </a:r>
            <a:r>
              <a:rPr dirty="0" sz="2200" spc="445">
                <a:solidFill>
                  <a:srgbClr val="4FB8DB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9B6D8"/>
                </a:solidFill>
                <a:latin typeface="Arial MT"/>
                <a:cs typeface="Arial MT"/>
              </a:rPr>
              <a:t>YO</a:t>
            </a:r>
            <a:r>
              <a:rPr dirty="0" sz="2200" spc="-325">
                <a:solidFill>
                  <a:srgbClr val="59B6D8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EACE2"/>
                </a:solidFill>
                <a:latin typeface="Arial MT"/>
                <a:cs typeface="Arial MT"/>
              </a:rPr>
              <a:t>U</a:t>
            </a:r>
            <a:r>
              <a:rPr dirty="0" sz="2200" spc="300">
                <a:solidFill>
                  <a:srgbClr val="5EACE2"/>
                </a:solidFill>
                <a:latin typeface="Arial MT"/>
                <a:cs typeface="Arial MT"/>
              </a:rPr>
              <a:t> </a:t>
            </a:r>
            <a:r>
              <a:rPr dirty="0" sz="2200" spc="-210">
                <a:solidFill>
                  <a:srgbClr val="4DB3D8"/>
                </a:solidFill>
                <a:latin typeface="Arial MT"/>
                <a:cs typeface="Arial MT"/>
              </a:rPr>
              <a:t>F</a:t>
            </a:r>
            <a:r>
              <a:rPr dirty="0" sz="2200" spc="-270">
                <a:solidFill>
                  <a:srgbClr val="4DB3D8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9B6D8"/>
                </a:solidFill>
                <a:latin typeface="Arial MT"/>
                <a:cs typeface="Arial MT"/>
              </a:rPr>
              <a:t>O</a:t>
            </a:r>
            <a:r>
              <a:rPr dirty="0" sz="2200">
                <a:solidFill>
                  <a:srgbClr val="42B8DB"/>
                </a:solidFill>
                <a:latin typeface="Arial MT"/>
                <a:cs typeface="Arial MT"/>
              </a:rPr>
              <a:t>R</a:t>
            </a:r>
            <a:r>
              <a:rPr dirty="0" sz="2200" spc="465">
                <a:solidFill>
                  <a:srgbClr val="42B8DB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9B6D8"/>
                </a:solidFill>
                <a:latin typeface="Arial MT"/>
                <a:cs typeface="Arial MT"/>
              </a:rPr>
              <a:t>YO</a:t>
            </a:r>
            <a:r>
              <a:rPr dirty="0" sz="2200" spc="-325">
                <a:solidFill>
                  <a:srgbClr val="59B6D8"/>
                </a:solidFill>
                <a:latin typeface="Arial MT"/>
                <a:cs typeface="Arial MT"/>
              </a:rPr>
              <a:t> </a:t>
            </a:r>
            <a:r>
              <a:rPr dirty="0" sz="2200" spc="-55">
                <a:solidFill>
                  <a:srgbClr val="5DAADF"/>
                </a:solidFill>
                <a:latin typeface="Arial MT"/>
                <a:cs typeface="Arial MT"/>
              </a:rPr>
              <a:t>U</a:t>
            </a:r>
            <a:r>
              <a:rPr dirty="0" sz="2200" spc="-310">
                <a:solidFill>
                  <a:srgbClr val="5DAADF"/>
                </a:solidFill>
                <a:latin typeface="Arial MT"/>
                <a:cs typeface="Arial MT"/>
              </a:rPr>
              <a:t> </a:t>
            </a:r>
            <a:r>
              <a:rPr dirty="0" sz="2200" spc="-290">
                <a:solidFill>
                  <a:srgbClr val="57B1E6"/>
                </a:solidFill>
                <a:latin typeface="Arial MT"/>
                <a:cs typeface="Arial MT"/>
              </a:rPr>
              <a:t>R</a:t>
            </a:r>
            <a:r>
              <a:rPr dirty="0" sz="2200" spc="470">
                <a:solidFill>
                  <a:srgbClr val="57B1E6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2AFD4"/>
                </a:solidFill>
                <a:latin typeface="Arial MT"/>
                <a:cs typeface="Arial MT"/>
              </a:rPr>
              <a:t>AT</a:t>
            </a:r>
            <a:r>
              <a:rPr dirty="0" sz="2200" spc="-210">
                <a:solidFill>
                  <a:srgbClr val="52AFD4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49B5DA"/>
                </a:solidFill>
                <a:latin typeface="Arial MT"/>
                <a:cs typeface="Arial MT"/>
              </a:rPr>
              <a:t>T</a:t>
            </a:r>
            <a:r>
              <a:rPr dirty="0" sz="2200" spc="-250">
                <a:solidFill>
                  <a:srgbClr val="49B5DA"/>
                </a:solidFill>
                <a:latin typeface="Arial MT"/>
                <a:cs typeface="Arial MT"/>
              </a:rPr>
              <a:t> </a:t>
            </a:r>
            <a:r>
              <a:rPr dirty="0" sz="2200" spc="-265">
                <a:solidFill>
                  <a:srgbClr val="237591"/>
                </a:solidFill>
                <a:latin typeface="Arial MT"/>
                <a:cs typeface="Arial MT"/>
              </a:rPr>
              <a:t>E</a:t>
            </a:r>
            <a:r>
              <a:rPr dirty="0" sz="2200" spc="-335">
                <a:solidFill>
                  <a:srgbClr val="237591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B7E8E"/>
                </a:solidFill>
                <a:latin typeface="Arial MT"/>
                <a:cs typeface="Arial MT"/>
              </a:rPr>
              <a:t>N</a:t>
            </a:r>
            <a:r>
              <a:rPr dirty="0" sz="2200" spc="-270">
                <a:solidFill>
                  <a:srgbClr val="2B7E8E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9B5D3"/>
                </a:solidFill>
                <a:latin typeface="Arial MT"/>
                <a:cs typeface="Arial MT"/>
              </a:rPr>
              <a:t>T</a:t>
            </a:r>
            <a:r>
              <a:rPr dirty="0" sz="2200" spc="-15">
                <a:solidFill>
                  <a:srgbClr val="49B5D3"/>
                </a:solidFill>
                <a:latin typeface="Arial MT"/>
                <a:cs typeface="Arial MT"/>
              </a:rPr>
              <a:t> </a:t>
            </a:r>
            <a:r>
              <a:rPr dirty="0" sz="2200" spc="-254">
                <a:solidFill>
                  <a:srgbClr val="60AABC"/>
                </a:solidFill>
                <a:latin typeface="Arial MT"/>
                <a:cs typeface="Arial MT"/>
              </a:rPr>
              <a:t>ł</a:t>
            </a:r>
            <a:r>
              <a:rPr dirty="0" sz="2200" spc="-95">
                <a:solidFill>
                  <a:srgbClr val="60AABC"/>
                </a:solidFill>
                <a:latin typeface="Arial MT"/>
                <a:cs typeface="Arial MT"/>
              </a:rPr>
              <a:t> </a:t>
            </a:r>
            <a:r>
              <a:rPr dirty="0" sz="2200" spc="140">
                <a:solidFill>
                  <a:srgbClr val="57C8F9"/>
                </a:solidFill>
                <a:latin typeface="Arial MT"/>
                <a:cs typeface="Arial MT"/>
              </a:rPr>
              <a:t>O</a:t>
            </a:r>
            <a:r>
              <a:rPr dirty="0" sz="2200" spc="140">
                <a:solidFill>
                  <a:srgbClr val="429AB8"/>
                </a:solidFill>
                <a:latin typeface="Arial MT"/>
                <a:cs typeface="Arial MT"/>
              </a:rPr>
              <a:t>N</a:t>
            </a:r>
            <a:r>
              <a:rPr dirty="0" sz="2200" spc="-225">
                <a:solidFill>
                  <a:srgbClr val="429AB8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A444F"/>
                </a:solidFill>
                <a:latin typeface="Arial MT"/>
                <a:cs typeface="Arial MT"/>
              </a:rPr>
              <a:t>!</a:t>
            </a:r>
            <a:r>
              <a:rPr dirty="0" sz="2200" spc="350">
                <a:solidFill>
                  <a:srgbClr val="0A444F"/>
                </a:solidFill>
                <a:latin typeface="Arial MT"/>
                <a:cs typeface="Arial MT"/>
              </a:rPr>
              <a:t> </a:t>
            </a:r>
            <a:r>
              <a:rPr dirty="0" sz="2200" spc="95">
                <a:solidFill>
                  <a:srgbClr val="5DAADF"/>
                </a:solidFill>
                <a:latin typeface="Arial MT"/>
                <a:cs typeface="Arial MT"/>
              </a:rPr>
              <a:t>ØU</a:t>
            </a:r>
            <a:r>
              <a:rPr dirty="0" sz="2200" spc="-315">
                <a:solidFill>
                  <a:srgbClr val="5DAADF"/>
                </a:solidFill>
                <a:latin typeface="Arial MT"/>
                <a:cs typeface="Arial MT"/>
              </a:rPr>
              <a:t> </a:t>
            </a:r>
            <a:r>
              <a:rPr dirty="0" sz="2200" spc="-355">
                <a:solidFill>
                  <a:srgbClr val="1D759C"/>
                </a:solidFill>
                <a:latin typeface="Arial MT"/>
                <a:cs typeface="Arial MT"/>
              </a:rPr>
              <a:t>E</a:t>
            </a:r>
            <a:r>
              <a:rPr dirty="0" sz="2200" spc="-240">
                <a:solidFill>
                  <a:srgbClr val="1D759C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DB1D3"/>
                </a:solidFill>
                <a:latin typeface="Arial MT"/>
                <a:cs typeface="Arial MT"/>
              </a:rPr>
              <a:t>ST</a:t>
            </a:r>
            <a:r>
              <a:rPr dirty="0" sz="2200" spc="10">
                <a:solidFill>
                  <a:srgbClr val="4DB1D3"/>
                </a:solidFill>
                <a:latin typeface="Arial MT"/>
                <a:cs typeface="Arial MT"/>
              </a:rPr>
              <a:t> </a:t>
            </a:r>
            <a:r>
              <a:rPr dirty="0" sz="2200" spc="-254">
                <a:solidFill>
                  <a:srgbClr val="003134"/>
                </a:solidFill>
                <a:latin typeface="Arial MT"/>
                <a:cs typeface="Arial MT"/>
              </a:rPr>
              <a:t>ł</a:t>
            </a:r>
            <a:r>
              <a:rPr dirty="0" sz="2200" spc="-95">
                <a:solidFill>
                  <a:srgbClr val="003134"/>
                </a:solidFill>
                <a:latin typeface="Arial MT"/>
                <a:cs typeface="Arial MT"/>
              </a:rPr>
              <a:t> </a:t>
            </a:r>
            <a:r>
              <a:rPr dirty="0" sz="2200" spc="125">
                <a:solidFill>
                  <a:srgbClr val="4DB8D3"/>
                </a:solidFill>
                <a:latin typeface="Arial MT"/>
                <a:cs typeface="Arial MT"/>
              </a:rPr>
              <a:t>ON</a:t>
            </a:r>
            <a:r>
              <a:rPr dirty="0" sz="2200" spc="-210">
                <a:solidFill>
                  <a:srgbClr val="4DB8D3"/>
                </a:solidFill>
                <a:latin typeface="Arial MT"/>
                <a:cs typeface="Arial MT"/>
              </a:rPr>
              <a:t> </a:t>
            </a:r>
            <a:r>
              <a:rPr dirty="0" sz="2200" spc="-105">
                <a:solidFill>
                  <a:srgbClr val="2390C8"/>
                </a:solidFill>
                <a:latin typeface="Arial MT"/>
                <a:cs typeface="Arial MT"/>
              </a:rPr>
              <a:t>$</a:t>
            </a:r>
            <a:r>
              <a:rPr dirty="0" sz="2200" spc="-280">
                <a:solidFill>
                  <a:srgbClr val="2390C8"/>
                </a:solidFill>
                <a:latin typeface="Arial MT"/>
                <a:cs typeface="Arial MT"/>
              </a:rPr>
              <a:t> </a:t>
            </a:r>
            <a:r>
              <a:rPr dirty="0" sz="2200" spc="-420">
                <a:solidFill>
                  <a:srgbClr val="2B597B"/>
                </a:solidFill>
                <a:latin typeface="Arial MT"/>
                <a:cs typeface="Arial MT"/>
              </a:rPr>
              <a:t>?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175">
              <a:lnSpc>
                <a:spcPct val="100000"/>
              </a:lnSpc>
              <a:spcBef>
                <a:spcPts val="110"/>
              </a:spcBef>
            </a:pPr>
            <a:r>
              <a:rPr dirty="0" spc="310"/>
              <a:t>Image</a:t>
            </a:r>
            <a:r>
              <a:rPr dirty="0" spc="-215"/>
              <a:t> </a:t>
            </a:r>
            <a:r>
              <a:rPr dirty="0" spc="-50"/>
              <a:t>Sources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706" y="5450096"/>
            <a:ext cx="20088860" cy="251460"/>
            <a:chOff x="15706" y="5450096"/>
            <a:chExt cx="20088860" cy="251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5450096"/>
              <a:ext cx="20088393" cy="25130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5450096"/>
              <a:ext cx="20088393" cy="251301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5706" y="6753721"/>
            <a:ext cx="20088860" cy="817244"/>
            <a:chOff x="15706" y="6753721"/>
            <a:chExt cx="20088860" cy="817244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6753721"/>
              <a:ext cx="20088393" cy="81672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6753721"/>
              <a:ext cx="20088393" cy="8167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2026-06-10T14:51:32Z</dcterms:created>
  <dcterms:modified xsi:type="dcterms:W3CDTF">2026-06-10T14:51:32Z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2026-06-10T00:00:00Z</vt:filetime>
  </property>
  <property fmtid="{D5CDD505-2E9C-101B-9397-08002B2CF9AE}" pid="4" name="LastSaved">
    <vt:filetime>2026-06-10T00:00:00Z</vt:filetime>
  </property>
</Properties>
</file>